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1pPr>
            <a:lvl2pPr indent="-228600" lvl="1" marL="9144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2pPr>
            <a:lvl3pPr indent="-228600" lvl="2" marL="13716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3pPr>
            <a:lvl4pPr indent="-228600" lvl="3" marL="18288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4pPr>
            <a:lvl5pPr indent="-228600" lvl="4" marL="22860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Verdana"/>
                <a:ea typeface="Verdana"/>
                <a:cs typeface="Verdana"/>
                <a:sym typeface="Verdana"/>
              </a:rPr>
              <a:t>‹#›</a:t>
            </a:fld>
            <a:endParaRPr b="0" i="0" sz="1200" u="none" cap="none" strike="noStrike">
              <a:solidFill>
                <a:schemeClr val="dk1"/>
              </a:solidFill>
              <a:latin typeface="Verdana"/>
              <a:ea typeface="Verdana"/>
              <a:cs typeface="Verdana"/>
              <a:sym typeface="Verdan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d54dd873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d54dd873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3d54dd873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b523139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b5231393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6b5231393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b52313937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6b52313937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6b52313937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b52313937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6b52313937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6b52313937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b52313937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b52313937_0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6b52313937_0_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b52313937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6b52313937_0_2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6b52313937_0_2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5.png"/><Relationship Id="rId13" Type="http://schemas.openxmlformats.org/officeDocument/2006/relationships/image" Target="../media/image24.png"/><Relationship Id="rId12" Type="http://schemas.openxmlformats.org/officeDocument/2006/relationships/image" Target="../media/image9.png"/><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11.png"/><Relationship Id="rId15" Type="http://schemas.openxmlformats.org/officeDocument/2006/relationships/image" Target="../media/image2.png"/><Relationship Id="rId14"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image" Target="../media/image13.png"/><Relationship Id="rId8"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spTree>
      <p:nvGrpSpPr>
        <p:cNvPr id="16" name="Shape 16"/>
        <p:cNvGrpSpPr/>
        <p:nvPr/>
      </p:nvGrpSpPr>
      <p:grpSpPr>
        <a:xfrm>
          <a:off x="0" y="0"/>
          <a:ext cx="0" cy="0"/>
          <a:chOff x="0" y="0"/>
          <a:chExt cx="0" cy="0"/>
        </a:xfrm>
      </p:grpSpPr>
      <p:sp>
        <p:nvSpPr>
          <p:cNvPr id="17" name="Google Shape;17;p2"/>
          <p:cNvSpPr/>
          <p:nvPr/>
        </p:nvSpPr>
        <p:spPr>
          <a:xfrm>
            <a:off x="7209768" y="-127000"/>
            <a:ext cx="5136996" cy="7123367"/>
          </a:xfrm>
          <a:prstGeom prst="rect">
            <a:avLst/>
          </a:prstGeom>
          <a:solidFill>
            <a:srgbClr val="00857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cxnSp>
        <p:nvCxnSpPr>
          <p:cNvPr id="18" name="Google Shape;18;p2"/>
          <p:cNvCxnSpPr/>
          <p:nvPr/>
        </p:nvCxnSpPr>
        <p:spPr>
          <a:xfrm flipH="1" rot="10800000">
            <a:off x="11498996" y="4162708"/>
            <a:ext cx="572577" cy="861865"/>
          </a:xfrm>
          <a:prstGeom prst="straightConnector1">
            <a:avLst/>
          </a:prstGeom>
          <a:noFill/>
          <a:ln cap="flat" cmpd="sng" w="76200">
            <a:solidFill>
              <a:srgbClr val="40A39D"/>
            </a:solidFill>
            <a:prstDash val="solid"/>
            <a:miter lim="800000"/>
            <a:headEnd len="sm" w="sm" type="none"/>
            <a:tailEnd len="sm" w="sm" type="none"/>
          </a:ln>
        </p:spPr>
      </p:cxnSp>
      <p:cxnSp>
        <p:nvCxnSpPr>
          <p:cNvPr id="19" name="Google Shape;19;p2"/>
          <p:cNvCxnSpPr/>
          <p:nvPr/>
        </p:nvCxnSpPr>
        <p:spPr>
          <a:xfrm rot="10800000">
            <a:off x="10231092" y="6356611"/>
            <a:ext cx="1326629" cy="265279"/>
          </a:xfrm>
          <a:prstGeom prst="straightConnector1">
            <a:avLst/>
          </a:prstGeom>
          <a:noFill/>
          <a:ln cap="flat" cmpd="sng" w="76200">
            <a:solidFill>
              <a:srgbClr val="40A39D"/>
            </a:solidFill>
            <a:prstDash val="solid"/>
            <a:miter lim="800000"/>
            <a:headEnd len="sm" w="sm" type="none"/>
            <a:tailEnd len="sm" w="sm" type="none"/>
          </a:ln>
        </p:spPr>
      </p:cxnSp>
      <p:cxnSp>
        <p:nvCxnSpPr>
          <p:cNvPr id="20" name="Google Shape;20;p2"/>
          <p:cNvCxnSpPr/>
          <p:nvPr/>
        </p:nvCxnSpPr>
        <p:spPr>
          <a:xfrm>
            <a:off x="8424671" y="5724014"/>
            <a:ext cx="805799" cy="1041205"/>
          </a:xfrm>
          <a:prstGeom prst="straightConnector1">
            <a:avLst/>
          </a:prstGeom>
          <a:noFill/>
          <a:ln cap="flat" cmpd="sng" w="76200">
            <a:solidFill>
              <a:srgbClr val="40A39D"/>
            </a:solidFill>
            <a:prstDash val="solid"/>
            <a:miter lim="800000"/>
            <a:headEnd len="sm" w="sm" type="none"/>
            <a:tailEnd len="sm" w="sm" type="none"/>
          </a:ln>
        </p:spPr>
      </p:cxnSp>
      <p:cxnSp>
        <p:nvCxnSpPr>
          <p:cNvPr id="21" name="Google Shape;21;p2"/>
          <p:cNvCxnSpPr/>
          <p:nvPr/>
        </p:nvCxnSpPr>
        <p:spPr>
          <a:xfrm flipH="1">
            <a:off x="9179337" y="5151823"/>
            <a:ext cx="651148" cy="1527435"/>
          </a:xfrm>
          <a:prstGeom prst="straightConnector1">
            <a:avLst/>
          </a:prstGeom>
          <a:noFill/>
          <a:ln cap="flat" cmpd="sng" w="76200">
            <a:solidFill>
              <a:srgbClr val="40A39D"/>
            </a:solidFill>
            <a:prstDash val="solid"/>
            <a:miter lim="800000"/>
            <a:headEnd len="sm" w="sm" type="none"/>
            <a:tailEnd len="sm" w="sm" type="none"/>
          </a:ln>
        </p:spPr>
      </p:cxnSp>
      <p:cxnSp>
        <p:nvCxnSpPr>
          <p:cNvPr id="22" name="Google Shape;22;p2"/>
          <p:cNvCxnSpPr/>
          <p:nvPr/>
        </p:nvCxnSpPr>
        <p:spPr>
          <a:xfrm flipH="1">
            <a:off x="9225715" y="6363665"/>
            <a:ext cx="1000089" cy="414567"/>
          </a:xfrm>
          <a:prstGeom prst="straightConnector1">
            <a:avLst/>
          </a:prstGeom>
          <a:noFill/>
          <a:ln cap="flat" cmpd="sng" w="76200">
            <a:solidFill>
              <a:srgbClr val="40A39D"/>
            </a:solidFill>
            <a:prstDash val="solid"/>
            <a:miter lim="800000"/>
            <a:headEnd len="sm" w="sm" type="none"/>
            <a:tailEnd len="sm" w="sm" type="none"/>
          </a:ln>
        </p:spPr>
      </p:cxnSp>
      <p:cxnSp>
        <p:nvCxnSpPr>
          <p:cNvPr id="23" name="Google Shape;23;p2"/>
          <p:cNvCxnSpPr/>
          <p:nvPr/>
        </p:nvCxnSpPr>
        <p:spPr>
          <a:xfrm rot="10800000">
            <a:off x="9833533" y="5137946"/>
            <a:ext cx="475830" cy="1128613"/>
          </a:xfrm>
          <a:prstGeom prst="straightConnector1">
            <a:avLst/>
          </a:prstGeom>
          <a:noFill/>
          <a:ln cap="flat" cmpd="sng" w="76200">
            <a:solidFill>
              <a:srgbClr val="40A39D"/>
            </a:solidFill>
            <a:prstDash val="solid"/>
            <a:miter lim="800000"/>
            <a:headEnd len="sm" w="sm" type="none"/>
            <a:tailEnd len="sm" w="sm" type="none"/>
          </a:ln>
        </p:spPr>
      </p:cxnSp>
      <p:cxnSp>
        <p:nvCxnSpPr>
          <p:cNvPr id="24" name="Google Shape;24;p2"/>
          <p:cNvCxnSpPr/>
          <p:nvPr/>
        </p:nvCxnSpPr>
        <p:spPr>
          <a:xfrm flipH="1" rot="10800000">
            <a:off x="11566808" y="5717329"/>
            <a:ext cx="1168307" cy="851907"/>
          </a:xfrm>
          <a:prstGeom prst="straightConnector1">
            <a:avLst/>
          </a:prstGeom>
          <a:noFill/>
          <a:ln cap="flat" cmpd="sng" w="76200">
            <a:solidFill>
              <a:srgbClr val="40A39D"/>
            </a:solidFill>
            <a:prstDash val="solid"/>
            <a:miter lim="800000"/>
            <a:headEnd len="sm" w="sm" type="none"/>
            <a:tailEnd len="sm" w="sm" type="none"/>
          </a:ln>
        </p:spPr>
      </p:cxnSp>
      <p:cxnSp>
        <p:nvCxnSpPr>
          <p:cNvPr id="25" name="Google Shape;25;p2"/>
          <p:cNvCxnSpPr/>
          <p:nvPr/>
        </p:nvCxnSpPr>
        <p:spPr>
          <a:xfrm flipH="1" rot="10800000">
            <a:off x="11566808" y="5832825"/>
            <a:ext cx="192824" cy="728540"/>
          </a:xfrm>
          <a:prstGeom prst="straightConnector1">
            <a:avLst/>
          </a:prstGeom>
          <a:noFill/>
          <a:ln cap="flat" cmpd="sng" w="76200">
            <a:solidFill>
              <a:srgbClr val="40A39D"/>
            </a:solidFill>
            <a:prstDash val="solid"/>
            <a:miter lim="800000"/>
            <a:headEnd len="sm" w="sm" type="none"/>
            <a:tailEnd len="sm" w="sm" type="none"/>
          </a:ln>
        </p:spPr>
      </p:cxnSp>
      <p:cxnSp>
        <p:nvCxnSpPr>
          <p:cNvPr id="26" name="Google Shape;26;p2"/>
          <p:cNvCxnSpPr/>
          <p:nvPr/>
        </p:nvCxnSpPr>
        <p:spPr>
          <a:xfrm rot="10800000">
            <a:off x="11498996" y="5006936"/>
            <a:ext cx="235855" cy="838288"/>
          </a:xfrm>
          <a:prstGeom prst="straightConnector1">
            <a:avLst/>
          </a:prstGeom>
          <a:noFill/>
          <a:ln cap="flat" cmpd="sng" w="76200">
            <a:solidFill>
              <a:srgbClr val="40A39D"/>
            </a:solidFill>
            <a:prstDash val="solid"/>
            <a:miter lim="800000"/>
            <a:headEnd len="sm" w="sm" type="none"/>
            <a:tailEnd len="sm" w="sm" type="none"/>
          </a:ln>
        </p:spPr>
      </p:cxnSp>
      <p:cxnSp>
        <p:nvCxnSpPr>
          <p:cNvPr id="27" name="Google Shape;27;p2"/>
          <p:cNvCxnSpPr/>
          <p:nvPr/>
        </p:nvCxnSpPr>
        <p:spPr>
          <a:xfrm>
            <a:off x="9833533" y="5139746"/>
            <a:ext cx="1920811" cy="694947"/>
          </a:xfrm>
          <a:prstGeom prst="straightConnector1">
            <a:avLst/>
          </a:prstGeom>
          <a:noFill/>
          <a:ln cap="flat" cmpd="sng" w="76200">
            <a:solidFill>
              <a:srgbClr val="40A39D"/>
            </a:solidFill>
            <a:prstDash val="solid"/>
            <a:miter lim="800000"/>
            <a:headEnd len="sm" w="sm" type="none"/>
            <a:tailEnd len="sm" w="sm" type="none"/>
          </a:ln>
        </p:spPr>
      </p:cxnSp>
      <p:cxnSp>
        <p:nvCxnSpPr>
          <p:cNvPr id="28" name="Google Shape;28;p2"/>
          <p:cNvCxnSpPr/>
          <p:nvPr/>
        </p:nvCxnSpPr>
        <p:spPr>
          <a:xfrm>
            <a:off x="10082392" y="3053169"/>
            <a:ext cx="624685" cy="1184656"/>
          </a:xfrm>
          <a:prstGeom prst="straightConnector1">
            <a:avLst/>
          </a:prstGeom>
          <a:noFill/>
          <a:ln cap="flat" cmpd="sng" w="76200">
            <a:solidFill>
              <a:srgbClr val="40A39D"/>
            </a:solidFill>
            <a:prstDash val="solid"/>
            <a:miter lim="800000"/>
            <a:headEnd len="sm" w="sm" type="none"/>
            <a:tailEnd len="sm" w="sm" type="none"/>
          </a:ln>
        </p:spPr>
      </p:cxnSp>
      <p:cxnSp>
        <p:nvCxnSpPr>
          <p:cNvPr id="29" name="Google Shape;29;p2"/>
          <p:cNvCxnSpPr/>
          <p:nvPr/>
        </p:nvCxnSpPr>
        <p:spPr>
          <a:xfrm flipH="1" rot="10800000">
            <a:off x="9830756" y="3346729"/>
            <a:ext cx="2197696" cy="1810011"/>
          </a:xfrm>
          <a:prstGeom prst="straightConnector1">
            <a:avLst/>
          </a:prstGeom>
          <a:noFill/>
          <a:ln cap="flat" cmpd="sng" w="76200">
            <a:solidFill>
              <a:srgbClr val="40A39D"/>
            </a:solidFill>
            <a:prstDash val="solid"/>
            <a:miter lim="800000"/>
            <a:headEnd len="sm" w="sm" type="none"/>
            <a:tailEnd len="sm" w="sm" type="none"/>
          </a:ln>
        </p:spPr>
      </p:cxnSp>
      <p:pic>
        <p:nvPicPr>
          <p:cNvPr descr="A group of icons in circles&#10;&#10;Description automatically generated" id="30" name="Google Shape;30;p2"/>
          <p:cNvPicPr preferRelativeResize="0"/>
          <p:nvPr/>
        </p:nvPicPr>
        <p:blipFill rotWithShape="1">
          <a:blip r:embed="rId2">
            <a:alphaModFix/>
          </a:blip>
          <a:srcRect b="67017" l="0" r="65310" t="0"/>
          <a:stretch/>
        </p:blipFill>
        <p:spPr>
          <a:xfrm>
            <a:off x="11013254" y="6121400"/>
            <a:ext cx="1096669" cy="1013688"/>
          </a:xfrm>
          <a:prstGeom prst="rect">
            <a:avLst/>
          </a:prstGeom>
          <a:noFill/>
          <a:ln>
            <a:noFill/>
          </a:ln>
        </p:spPr>
      </p:pic>
      <p:pic>
        <p:nvPicPr>
          <p:cNvPr descr="A group of icons in circles&#10;&#10;Description automatically generated" id="31" name="Google Shape;31;p2"/>
          <p:cNvPicPr preferRelativeResize="0"/>
          <p:nvPr/>
        </p:nvPicPr>
        <p:blipFill rotWithShape="1">
          <a:blip r:embed="rId3">
            <a:alphaModFix/>
          </a:blip>
          <a:srcRect b="65974" l="32655" r="32655" t="1043"/>
          <a:stretch/>
        </p:blipFill>
        <p:spPr>
          <a:xfrm>
            <a:off x="11523922" y="3672805"/>
            <a:ext cx="1096669" cy="1013688"/>
          </a:xfrm>
          <a:prstGeom prst="rect">
            <a:avLst/>
          </a:prstGeom>
          <a:noFill/>
          <a:ln>
            <a:noFill/>
          </a:ln>
        </p:spPr>
      </p:pic>
      <p:pic>
        <p:nvPicPr>
          <p:cNvPr descr="A group of icons in circles&#10;&#10;Description automatically generated" id="32" name="Google Shape;32;p2"/>
          <p:cNvPicPr preferRelativeResize="0"/>
          <p:nvPr/>
        </p:nvPicPr>
        <p:blipFill rotWithShape="1">
          <a:blip r:embed="rId4">
            <a:alphaModFix/>
          </a:blip>
          <a:srcRect b="65573" l="65528" r="-218" t="1444"/>
          <a:stretch/>
        </p:blipFill>
        <p:spPr>
          <a:xfrm>
            <a:off x="9742124" y="5849767"/>
            <a:ext cx="1096669" cy="1013688"/>
          </a:xfrm>
          <a:prstGeom prst="rect">
            <a:avLst/>
          </a:prstGeom>
          <a:noFill/>
          <a:ln>
            <a:noFill/>
          </a:ln>
        </p:spPr>
      </p:pic>
      <p:pic>
        <p:nvPicPr>
          <p:cNvPr descr="A group of icons in circles&#10;&#10;Description automatically generated" id="33" name="Google Shape;33;p2"/>
          <p:cNvPicPr preferRelativeResize="0"/>
          <p:nvPr/>
        </p:nvPicPr>
        <p:blipFill rotWithShape="1">
          <a:blip r:embed="rId5">
            <a:alphaModFix/>
          </a:blip>
          <a:srcRect b="33511" l="32457" r="32853" t="33506"/>
          <a:stretch/>
        </p:blipFill>
        <p:spPr>
          <a:xfrm>
            <a:off x="9151466" y="4546601"/>
            <a:ext cx="1364134" cy="1260915"/>
          </a:xfrm>
          <a:prstGeom prst="rect">
            <a:avLst/>
          </a:prstGeom>
          <a:noFill/>
          <a:ln>
            <a:noFill/>
          </a:ln>
        </p:spPr>
      </p:pic>
      <p:pic>
        <p:nvPicPr>
          <p:cNvPr descr="A group of icons in circles&#10;&#10;Description automatically generated" id="34" name="Google Shape;34;p2"/>
          <p:cNvPicPr preferRelativeResize="0"/>
          <p:nvPr/>
        </p:nvPicPr>
        <p:blipFill rotWithShape="1">
          <a:blip r:embed="rId6">
            <a:alphaModFix/>
          </a:blip>
          <a:srcRect b="-77" l="-698" r="66008" t="67094"/>
          <a:stretch/>
        </p:blipFill>
        <p:spPr>
          <a:xfrm>
            <a:off x="11635205" y="2971800"/>
            <a:ext cx="811241" cy="749858"/>
          </a:xfrm>
          <a:prstGeom prst="rect">
            <a:avLst/>
          </a:prstGeom>
          <a:noFill/>
          <a:ln>
            <a:noFill/>
          </a:ln>
        </p:spPr>
      </p:pic>
      <p:pic>
        <p:nvPicPr>
          <p:cNvPr descr="A group of icons in circles&#10;&#10;Description automatically generated" id="35" name="Google Shape;35;p2"/>
          <p:cNvPicPr preferRelativeResize="0"/>
          <p:nvPr/>
        </p:nvPicPr>
        <p:blipFill rotWithShape="1">
          <a:blip r:embed="rId4">
            <a:alphaModFix/>
          </a:blip>
          <a:srcRect b="-580" l="65330" r="-20" t="67597"/>
          <a:stretch/>
        </p:blipFill>
        <p:spPr>
          <a:xfrm>
            <a:off x="9434806" y="2322208"/>
            <a:ext cx="1096669" cy="1013688"/>
          </a:xfrm>
          <a:prstGeom prst="rect">
            <a:avLst/>
          </a:prstGeom>
          <a:noFill/>
          <a:ln>
            <a:noFill/>
          </a:ln>
        </p:spPr>
      </p:pic>
      <p:sp>
        <p:nvSpPr>
          <p:cNvPr id="36" name="Google Shape;36;p2"/>
          <p:cNvSpPr/>
          <p:nvPr/>
        </p:nvSpPr>
        <p:spPr>
          <a:xfrm rot="5400000">
            <a:off x="-606453" y="-3332586"/>
            <a:ext cx="8890212" cy="12252960"/>
          </a:xfrm>
          <a:prstGeom prst="snip2SameRect">
            <a:avLst>
              <a:gd fmla="val 24510" name="adj1"/>
              <a:gd fmla="val 0" name="adj2"/>
            </a:avLst>
          </a:prstGeom>
          <a:gradFill>
            <a:gsLst>
              <a:gs pos="0">
                <a:srgbClr val="CCCCCC"/>
              </a:gs>
              <a:gs pos="4000">
                <a:srgbClr val="CCCCCC"/>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grpSp>
        <p:nvGrpSpPr>
          <p:cNvPr id="37" name="Google Shape;37;p2"/>
          <p:cNvGrpSpPr/>
          <p:nvPr/>
        </p:nvGrpSpPr>
        <p:grpSpPr>
          <a:xfrm>
            <a:off x="-1828801" y="-1617920"/>
            <a:ext cx="15849601" cy="10433396"/>
            <a:chOff x="-2743201" y="-2426880"/>
            <a:chExt cx="23774401" cy="15650094"/>
          </a:xfrm>
        </p:grpSpPr>
        <p:sp>
          <p:nvSpPr>
            <p:cNvPr id="38" name="Google Shape;38;p2"/>
            <p:cNvSpPr/>
            <p:nvPr/>
          </p:nvSpPr>
          <p:spPr>
            <a:xfrm>
              <a:off x="-2743201" y="-2426880"/>
              <a:ext cx="2743201" cy="1511418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sp>
          <p:nvSpPr>
            <p:cNvPr id="39" name="Google Shape;39;p2"/>
            <p:cNvSpPr/>
            <p:nvPr/>
          </p:nvSpPr>
          <p:spPr>
            <a:xfrm>
              <a:off x="18291544" y="-2426880"/>
              <a:ext cx="2739656" cy="1511418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sp>
          <p:nvSpPr>
            <p:cNvPr id="40" name="Google Shape;40;p2"/>
            <p:cNvSpPr/>
            <p:nvPr/>
          </p:nvSpPr>
          <p:spPr>
            <a:xfrm>
              <a:off x="-2366022" y="-2426880"/>
              <a:ext cx="23023587" cy="2400299"/>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sp>
          <p:nvSpPr>
            <p:cNvPr id="41" name="Google Shape;41;p2"/>
            <p:cNvSpPr/>
            <p:nvPr/>
          </p:nvSpPr>
          <p:spPr>
            <a:xfrm>
              <a:off x="-2367794" y="10286999"/>
              <a:ext cx="23023587" cy="2936215"/>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grpSp>
      <p:pic>
        <p:nvPicPr>
          <p:cNvPr id="42" name="Google Shape;42;p2"/>
          <p:cNvPicPr preferRelativeResize="0"/>
          <p:nvPr/>
        </p:nvPicPr>
        <p:blipFill rotWithShape="1">
          <a:blip r:embed="rId7">
            <a:alphaModFix amt="34000"/>
          </a:blip>
          <a:srcRect b="0" l="0" r="0" t="0"/>
          <a:stretch/>
        </p:blipFill>
        <p:spPr>
          <a:xfrm>
            <a:off x="-18261" y="-1386663"/>
            <a:ext cx="8879663" cy="8879663"/>
          </a:xfrm>
          <a:prstGeom prst="rect">
            <a:avLst/>
          </a:prstGeom>
          <a:noFill/>
          <a:ln>
            <a:noFill/>
          </a:ln>
        </p:spPr>
      </p:pic>
      <p:pic>
        <p:nvPicPr>
          <p:cNvPr id="43" name="Google Shape;43;p2"/>
          <p:cNvPicPr preferRelativeResize="0"/>
          <p:nvPr/>
        </p:nvPicPr>
        <p:blipFill rotWithShape="1">
          <a:blip r:embed="rId8">
            <a:alphaModFix/>
          </a:blip>
          <a:srcRect b="0" l="0" r="0" t="0"/>
          <a:stretch/>
        </p:blipFill>
        <p:spPr>
          <a:xfrm>
            <a:off x="9965132" y="25400"/>
            <a:ext cx="2168189" cy="3733236"/>
          </a:xfrm>
          <a:prstGeom prst="rect">
            <a:avLst/>
          </a:prstGeom>
          <a:noFill/>
          <a:ln>
            <a:noFill/>
          </a:ln>
        </p:spPr>
      </p:pic>
      <p:pic>
        <p:nvPicPr>
          <p:cNvPr id="44" name="Google Shape;44;p2"/>
          <p:cNvPicPr preferRelativeResize="0"/>
          <p:nvPr/>
        </p:nvPicPr>
        <p:blipFill rotWithShape="1">
          <a:blip r:embed="rId9">
            <a:alphaModFix amt="15000"/>
          </a:blip>
          <a:srcRect b="0" l="5521" r="5521" t="0"/>
          <a:stretch/>
        </p:blipFill>
        <p:spPr>
          <a:xfrm>
            <a:off x="0" y="0"/>
            <a:ext cx="9144000" cy="6858000"/>
          </a:xfrm>
          <a:prstGeom prst="snip1Rect">
            <a:avLst>
              <a:gd fmla="val 16667" name="adj"/>
            </a:avLst>
          </a:prstGeom>
          <a:noFill/>
          <a:ln>
            <a:noFill/>
          </a:ln>
        </p:spPr>
      </p:pic>
      <p:sp>
        <p:nvSpPr>
          <p:cNvPr id="45" name="Google Shape;45;p2"/>
          <p:cNvSpPr txBox="1"/>
          <p:nvPr/>
        </p:nvSpPr>
        <p:spPr>
          <a:xfrm>
            <a:off x="660400" y="6017048"/>
            <a:ext cx="5410201" cy="3206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133" u="none" cap="none" strike="noStrike">
                <a:solidFill>
                  <a:schemeClr val="dk1"/>
                </a:solidFill>
                <a:latin typeface="Arial"/>
                <a:ea typeface="Arial"/>
                <a:cs typeface="Arial"/>
                <a:sym typeface="Arial"/>
              </a:rPr>
              <a:t>6/27/2025</a:t>
            </a:r>
            <a:endParaRPr b="1" i="0" sz="2133" u="none" cap="none" strike="noStrike">
              <a:solidFill>
                <a:schemeClr val="dk1"/>
              </a:solidFill>
              <a:latin typeface="Arial"/>
              <a:ea typeface="Arial"/>
              <a:cs typeface="Arial"/>
              <a:sym typeface="Arial"/>
            </a:endParaRPr>
          </a:p>
        </p:txBody>
      </p:sp>
      <p:pic>
        <p:nvPicPr>
          <p:cNvPr id="46" name="Google Shape;46;p2"/>
          <p:cNvPicPr preferRelativeResize="0"/>
          <p:nvPr/>
        </p:nvPicPr>
        <p:blipFill rotWithShape="1">
          <a:blip r:embed="rId10">
            <a:alphaModFix/>
          </a:blip>
          <a:srcRect b="0" l="0" r="0" t="0"/>
          <a:stretch/>
        </p:blipFill>
        <p:spPr>
          <a:xfrm>
            <a:off x="660400" y="499747"/>
            <a:ext cx="487680" cy="585216"/>
          </a:xfrm>
          <a:prstGeom prst="rect">
            <a:avLst/>
          </a:prstGeom>
          <a:noFill/>
          <a:ln>
            <a:noFill/>
          </a:ln>
        </p:spPr>
      </p:pic>
      <p:sp>
        <p:nvSpPr>
          <p:cNvPr id="47" name="Google Shape;47;p2"/>
          <p:cNvSpPr/>
          <p:nvPr/>
        </p:nvSpPr>
        <p:spPr>
          <a:xfrm>
            <a:off x="9434806" y="-17720"/>
            <a:ext cx="530326" cy="55112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pic>
        <p:nvPicPr>
          <p:cNvPr descr="A group of icons in circles&#10;&#10;Description automatically generated" id="48" name="Google Shape;48;p2"/>
          <p:cNvPicPr preferRelativeResize="0"/>
          <p:nvPr/>
        </p:nvPicPr>
        <p:blipFill rotWithShape="1">
          <a:blip r:embed="rId11">
            <a:alphaModFix/>
          </a:blip>
          <a:srcRect b="-123" l="32457" r="32853" t="67140"/>
          <a:stretch/>
        </p:blipFill>
        <p:spPr>
          <a:xfrm>
            <a:off x="8483601" y="6087737"/>
            <a:ext cx="1438879" cy="1330005"/>
          </a:xfrm>
          <a:prstGeom prst="rect">
            <a:avLst/>
          </a:prstGeom>
          <a:noFill/>
          <a:ln>
            <a:noFill/>
          </a:ln>
        </p:spPr>
      </p:pic>
      <p:cxnSp>
        <p:nvCxnSpPr>
          <p:cNvPr id="49" name="Google Shape;49;p2"/>
          <p:cNvCxnSpPr/>
          <p:nvPr/>
        </p:nvCxnSpPr>
        <p:spPr>
          <a:xfrm>
            <a:off x="2082800" y="6172200"/>
            <a:ext cx="3987800" cy="0"/>
          </a:xfrm>
          <a:prstGeom prst="straightConnector1">
            <a:avLst/>
          </a:prstGeom>
          <a:noFill/>
          <a:ln cap="flat" cmpd="sng" w="76200">
            <a:solidFill>
              <a:srgbClr val="00857D"/>
            </a:solidFill>
            <a:prstDash val="solid"/>
            <a:miter lim="800000"/>
            <a:headEnd len="sm" w="sm" type="none"/>
            <a:tailEnd len="sm" w="sm" type="none"/>
          </a:ln>
        </p:spPr>
      </p:cxnSp>
      <p:grpSp>
        <p:nvGrpSpPr>
          <p:cNvPr id="50" name="Google Shape;50;p2"/>
          <p:cNvGrpSpPr/>
          <p:nvPr/>
        </p:nvGrpSpPr>
        <p:grpSpPr>
          <a:xfrm>
            <a:off x="-2489200" y="-1617921"/>
            <a:ext cx="17375963" cy="10431721"/>
            <a:chOff x="-3886200" y="-2426880"/>
            <a:chExt cx="26063945" cy="15647581"/>
          </a:xfrm>
        </p:grpSpPr>
        <p:sp>
          <p:nvSpPr>
            <p:cNvPr id="51" name="Google Shape;51;p2"/>
            <p:cNvSpPr/>
            <p:nvPr/>
          </p:nvSpPr>
          <p:spPr>
            <a:xfrm>
              <a:off x="18135600" y="-2426880"/>
              <a:ext cx="4042145" cy="1511418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sp>
          <p:nvSpPr>
            <p:cNvPr id="52" name="Google Shape;52;p2"/>
            <p:cNvSpPr/>
            <p:nvPr/>
          </p:nvSpPr>
          <p:spPr>
            <a:xfrm>
              <a:off x="-2366022" y="-2426880"/>
              <a:ext cx="23023587" cy="241165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sp>
          <p:nvSpPr>
            <p:cNvPr id="53" name="Google Shape;53;p2"/>
            <p:cNvSpPr/>
            <p:nvPr/>
          </p:nvSpPr>
          <p:spPr>
            <a:xfrm>
              <a:off x="-2367794" y="10287001"/>
              <a:ext cx="23023587" cy="293370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sp>
          <p:nvSpPr>
            <p:cNvPr id="54" name="Google Shape;54;p2"/>
            <p:cNvSpPr/>
            <p:nvPr/>
          </p:nvSpPr>
          <p:spPr>
            <a:xfrm>
              <a:off x="-3886200" y="-2426880"/>
              <a:ext cx="3733800" cy="15114180"/>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lt1"/>
                </a:solidFill>
                <a:latin typeface="Verdana"/>
                <a:ea typeface="Verdana"/>
                <a:cs typeface="Verdana"/>
                <a:sym typeface="Verdana"/>
              </a:endParaRPr>
            </a:p>
          </p:txBody>
        </p:sp>
      </p:grpSp>
      <p:sp>
        <p:nvSpPr>
          <p:cNvPr id="55" name="Google Shape;55;p2"/>
          <p:cNvSpPr txBox="1"/>
          <p:nvPr>
            <p:ph idx="1" type="body"/>
          </p:nvPr>
        </p:nvSpPr>
        <p:spPr>
          <a:xfrm>
            <a:off x="659257" y="4546600"/>
            <a:ext cx="5136996" cy="1352263"/>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4000"/>
              <a:buNone/>
              <a:defRPr b="1" sz="40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o"/>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2"/>
          <p:cNvSpPr txBox="1"/>
          <p:nvPr/>
        </p:nvSpPr>
        <p:spPr>
          <a:xfrm>
            <a:off x="1270000" y="431800"/>
            <a:ext cx="6112706" cy="1323439"/>
          </a:xfrm>
          <a:prstGeom prst="rect">
            <a:avLst/>
          </a:prstGeom>
          <a:noFill/>
          <a:ln>
            <a:noFill/>
          </a:ln>
          <a:effectLst>
            <a:outerShdw rotWithShape="0" algn="tl" dir="2700000" dist="63500">
              <a:srgbClr val="000000">
                <a:alpha val="24706"/>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857D"/>
                </a:solidFill>
                <a:latin typeface="Arial"/>
                <a:ea typeface="Arial"/>
                <a:cs typeface="Arial"/>
                <a:sym typeface="Arial"/>
              </a:rPr>
              <a:t>U</a:t>
            </a:r>
            <a:r>
              <a:rPr b="1" i="0" lang="en-US" sz="4000" u="none" cap="none" strike="noStrike">
                <a:solidFill>
                  <a:srgbClr val="40A39D"/>
                </a:solidFill>
                <a:latin typeface="Arial"/>
                <a:ea typeface="Arial"/>
                <a:cs typeface="Arial"/>
                <a:sym typeface="Arial"/>
              </a:rPr>
              <a:t>P</a:t>
            </a:r>
            <a:r>
              <a:rPr b="1" i="0" lang="en-US" sz="4000" u="none" cap="none" strike="noStrike">
                <a:solidFill>
                  <a:srgbClr val="73BCB7"/>
                </a:solidFill>
                <a:latin typeface="Arial"/>
                <a:ea typeface="Arial"/>
                <a:cs typeface="Arial"/>
                <a:sym typeface="Arial"/>
              </a:rPr>
              <a:t>S</a:t>
            </a:r>
            <a:r>
              <a:rPr b="1" i="0" lang="en-US" sz="4000" u="none" cap="none" strike="noStrike">
                <a:solidFill>
                  <a:srgbClr val="00857D"/>
                </a:solidFill>
                <a:latin typeface="Arial"/>
                <a:ea typeface="Arial"/>
                <a:cs typeface="Arial"/>
                <a:sym typeface="Arial"/>
              </a:rPr>
              <a:t> T</a:t>
            </a:r>
            <a:r>
              <a:rPr b="1" i="0" lang="en-US" sz="4000" u="none" cap="none" strike="noStrike">
                <a:solidFill>
                  <a:srgbClr val="40A39D"/>
                </a:solidFill>
                <a:latin typeface="Arial"/>
                <a:ea typeface="Arial"/>
                <a:cs typeface="Arial"/>
                <a:sym typeface="Arial"/>
              </a:rPr>
              <a:t>ECH</a:t>
            </a:r>
            <a:r>
              <a:rPr b="1" i="0" lang="en-US" sz="4000" u="none" cap="none" strike="noStrike">
                <a:solidFill>
                  <a:srgbClr val="73BCB7"/>
                </a:solidFill>
                <a:latin typeface="Arial"/>
                <a:ea typeface="Arial"/>
                <a:cs typeface="Arial"/>
                <a:sym typeface="Arial"/>
              </a:rPr>
              <a:t>NOLOGY</a:t>
            </a:r>
            <a:r>
              <a:rPr b="1" i="0" lang="en-US" sz="4000" u="none" cap="none" strike="noStrike">
                <a:solidFill>
                  <a:srgbClr val="00857D"/>
                </a:solidFill>
                <a:latin typeface="Arial"/>
                <a:ea typeface="Arial"/>
                <a:cs typeface="Arial"/>
                <a:sym typeface="Arial"/>
              </a:rPr>
              <a:t> G</a:t>
            </a:r>
            <a:r>
              <a:rPr b="1" i="0" lang="en-US" sz="4000" u="none" cap="none" strike="noStrike">
                <a:solidFill>
                  <a:srgbClr val="40A39D"/>
                </a:solidFill>
                <a:latin typeface="Arial"/>
                <a:ea typeface="Arial"/>
                <a:cs typeface="Arial"/>
                <a:sym typeface="Arial"/>
              </a:rPr>
              <a:t>R</a:t>
            </a:r>
            <a:r>
              <a:rPr b="1" i="0" lang="en-US" sz="4000" u="none" cap="none" strike="noStrike">
                <a:solidFill>
                  <a:srgbClr val="73BCB7"/>
                </a:solidFill>
                <a:latin typeface="Arial"/>
                <a:ea typeface="Arial"/>
                <a:cs typeface="Arial"/>
                <a:sym typeface="Arial"/>
              </a:rPr>
              <a:t>OUP</a:t>
            </a:r>
            <a:endParaRPr/>
          </a:p>
        </p:txBody>
      </p:sp>
      <p:pic>
        <p:nvPicPr>
          <p:cNvPr id="57" name="Google Shape;57;p2"/>
          <p:cNvPicPr preferRelativeResize="0"/>
          <p:nvPr/>
        </p:nvPicPr>
        <p:blipFill rotWithShape="1">
          <a:blip r:embed="rId12">
            <a:alphaModFix/>
          </a:blip>
          <a:srcRect b="-2001" l="80019" r="-315" t="66631"/>
          <a:stretch/>
        </p:blipFill>
        <p:spPr>
          <a:xfrm>
            <a:off x="11389678" y="5472630"/>
            <a:ext cx="729333" cy="745189"/>
          </a:xfrm>
          <a:prstGeom prst="rect">
            <a:avLst/>
          </a:prstGeom>
          <a:noFill/>
          <a:ln>
            <a:noFill/>
          </a:ln>
        </p:spPr>
      </p:pic>
      <p:pic>
        <p:nvPicPr>
          <p:cNvPr descr="A group of icons in circles&#10;&#10;Description automatically generated" id="58" name="Google Shape;58;p2"/>
          <p:cNvPicPr preferRelativeResize="0"/>
          <p:nvPr/>
        </p:nvPicPr>
        <p:blipFill rotWithShape="1">
          <a:blip r:embed="rId13">
            <a:alphaModFix/>
          </a:blip>
          <a:srcRect b="33064" l="65316" r="-6" t="33953"/>
          <a:stretch/>
        </p:blipFill>
        <p:spPr>
          <a:xfrm>
            <a:off x="9971299" y="3557717"/>
            <a:ext cx="1509501" cy="1395283"/>
          </a:xfrm>
          <a:prstGeom prst="rect">
            <a:avLst/>
          </a:prstGeom>
          <a:noFill/>
          <a:ln>
            <a:noFill/>
          </a:ln>
        </p:spPr>
      </p:pic>
      <p:cxnSp>
        <p:nvCxnSpPr>
          <p:cNvPr id="59" name="Google Shape;59;p2"/>
          <p:cNvCxnSpPr/>
          <p:nvPr/>
        </p:nvCxnSpPr>
        <p:spPr>
          <a:xfrm flipH="1">
            <a:off x="10707077" y="5040566"/>
            <a:ext cx="821509" cy="392349"/>
          </a:xfrm>
          <a:prstGeom prst="straightConnector1">
            <a:avLst/>
          </a:prstGeom>
          <a:noFill/>
          <a:ln cap="flat" cmpd="sng" w="76200">
            <a:solidFill>
              <a:srgbClr val="40A39D"/>
            </a:solidFill>
            <a:prstDash val="solid"/>
            <a:miter lim="800000"/>
            <a:headEnd len="sm" w="sm" type="none"/>
            <a:tailEnd len="sm" w="sm" type="none"/>
          </a:ln>
        </p:spPr>
      </p:cxnSp>
      <p:pic>
        <p:nvPicPr>
          <p:cNvPr id="60" name="Google Shape;60;p2"/>
          <p:cNvPicPr preferRelativeResize="0"/>
          <p:nvPr/>
        </p:nvPicPr>
        <p:blipFill rotWithShape="1">
          <a:blip r:embed="rId14">
            <a:alphaModFix/>
          </a:blip>
          <a:srcRect b="32951" l="80019" r="-315" t="31679"/>
          <a:stretch/>
        </p:blipFill>
        <p:spPr>
          <a:xfrm>
            <a:off x="10984284" y="4483151"/>
            <a:ext cx="1044168" cy="1066869"/>
          </a:xfrm>
          <a:prstGeom prst="rect">
            <a:avLst/>
          </a:prstGeom>
          <a:noFill/>
          <a:ln>
            <a:noFill/>
          </a:ln>
        </p:spPr>
      </p:pic>
      <p:pic>
        <p:nvPicPr>
          <p:cNvPr descr="A group of icons in circles&#10;&#10;Description automatically generated" id="61" name="Google Shape;61;p2"/>
          <p:cNvPicPr preferRelativeResize="0"/>
          <p:nvPr/>
        </p:nvPicPr>
        <p:blipFill rotWithShape="1">
          <a:blip r:embed="rId15">
            <a:alphaModFix/>
          </a:blip>
          <a:srcRect b="33482" l="244" r="65066" t="33535"/>
          <a:stretch/>
        </p:blipFill>
        <p:spPr>
          <a:xfrm>
            <a:off x="10327463" y="5081909"/>
            <a:ext cx="785282" cy="725863"/>
          </a:xfrm>
          <a:prstGeom prst="rect">
            <a:avLst/>
          </a:prstGeom>
          <a:noFill/>
          <a:ln>
            <a:noFill/>
          </a:ln>
        </p:spPr>
      </p:pic>
      <p:cxnSp>
        <p:nvCxnSpPr>
          <p:cNvPr id="62" name="Google Shape;62;p2"/>
          <p:cNvCxnSpPr/>
          <p:nvPr/>
        </p:nvCxnSpPr>
        <p:spPr>
          <a:xfrm flipH="1" rot="10800000">
            <a:off x="10709440" y="4146714"/>
            <a:ext cx="1359666" cy="141033"/>
          </a:xfrm>
          <a:prstGeom prst="straightConnector1">
            <a:avLst/>
          </a:prstGeom>
          <a:noFill/>
          <a:ln cap="flat" cmpd="sng" w="76200">
            <a:solidFill>
              <a:srgbClr val="40A39D"/>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spTree>
      <p:nvGrpSpPr>
        <p:cNvPr id="63" name="Shape 63"/>
        <p:cNvGrpSpPr/>
        <p:nvPr/>
      </p:nvGrpSpPr>
      <p:grpSpPr>
        <a:xfrm>
          <a:off x="0" y="0"/>
          <a:ext cx="0" cy="0"/>
          <a:chOff x="0" y="0"/>
          <a:chExt cx="0" cy="0"/>
        </a:xfrm>
      </p:grpSpPr>
      <p:sp>
        <p:nvSpPr>
          <p:cNvPr id="64" name="Google Shape;64;p3"/>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400"/>
              </a:spcBef>
              <a:spcAft>
                <a:spcPts val="0"/>
              </a:spcAft>
              <a:buClr>
                <a:schemeClr val="dk2"/>
              </a:buClr>
              <a:buSzPts val="1600"/>
              <a:buNone/>
              <a:defRPr sz="1600"/>
            </a:lvl1pPr>
            <a:lvl2pPr indent="-317500" lvl="1" marL="914400" algn="l">
              <a:lnSpc>
                <a:spcPct val="100000"/>
              </a:lnSpc>
              <a:spcBef>
                <a:spcPts val="1400"/>
              </a:spcBef>
              <a:spcAft>
                <a:spcPts val="0"/>
              </a:spcAft>
              <a:buSzPts val="1400"/>
              <a:buFont typeface="Arial"/>
              <a:buChar char="•"/>
              <a:defRPr sz="1400"/>
            </a:lvl2pPr>
            <a:lvl3pPr indent="-304800" lvl="2" marL="1371600" algn="l">
              <a:lnSpc>
                <a:spcPct val="100000"/>
              </a:lnSpc>
              <a:spcBef>
                <a:spcPts val="1400"/>
              </a:spcBef>
              <a:spcAft>
                <a:spcPts val="0"/>
              </a:spcAft>
              <a:buSzPts val="1200"/>
              <a:buFont typeface="Courier New"/>
              <a:buChar char="o"/>
              <a:defRPr sz="1200"/>
            </a:lvl3pPr>
            <a:lvl4pPr indent="-298450" lvl="3" marL="1828800" algn="l">
              <a:lnSpc>
                <a:spcPct val="100000"/>
              </a:lnSpc>
              <a:spcBef>
                <a:spcPts val="1400"/>
              </a:spcBef>
              <a:spcAft>
                <a:spcPts val="0"/>
              </a:spcAft>
              <a:buSzPts val="1100"/>
              <a:buChar char="▪"/>
              <a:defRPr sz="1100"/>
            </a:lvl4pPr>
            <a:lvl5pPr indent="-298450" lvl="4" marL="2286000" algn="l">
              <a:lnSpc>
                <a:spcPct val="100000"/>
              </a:lnSpc>
              <a:spcBef>
                <a:spcPts val="1400"/>
              </a:spcBef>
              <a:spcAft>
                <a:spcPts val="0"/>
              </a:spcAft>
              <a:buSzPts val="1100"/>
              <a:buChar char="•"/>
              <a:defRPr sz="11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 name="Google Shape;65;p3"/>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7" name="Google Shape;67;p3"/>
          <p:cNvSpPr txBox="1"/>
          <p:nvPr>
            <p:ph type="title"/>
          </p:nvPr>
        </p:nvSpPr>
        <p:spPr>
          <a:xfrm>
            <a:off x="365760" y="365127"/>
            <a:ext cx="11460480" cy="38377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595555"/>
              </a:buClr>
              <a:buSzPts val="2200"/>
              <a:buFont typeface="Verdana"/>
              <a:buNone/>
              <a:defRPr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8" name="Google Shape;68;p3"/>
          <p:cNvCxnSpPr/>
          <p:nvPr/>
        </p:nvCxnSpPr>
        <p:spPr>
          <a:xfrm>
            <a:off x="365760" y="1296637"/>
            <a:ext cx="11460480" cy="13371"/>
          </a:xfrm>
          <a:prstGeom prst="straightConnector1">
            <a:avLst/>
          </a:prstGeom>
          <a:noFill/>
          <a:ln cap="flat" cmpd="sng" w="9525">
            <a:solidFill>
              <a:srgbClr val="BFBFBF"/>
            </a:solidFill>
            <a:prstDash val="solid"/>
            <a:miter lim="800000"/>
            <a:headEnd len="sm" w="sm" type="none"/>
            <a:tailEnd len="sm" w="sm" type="none"/>
          </a:ln>
        </p:spPr>
      </p:cxnSp>
      <p:sp>
        <p:nvSpPr>
          <p:cNvPr id="69" name="Google Shape;69;p3"/>
          <p:cNvSpPr txBox="1"/>
          <p:nvPr>
            <p:ph idx="2" type="body"/>
          </p:nvPr>
        </p:nvSpPr>
        <p:spPr>
          <a:xfrm>
            <a:off x="365125" y="914400"/>
            <a:ext cx="6437313" cy="2238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i="1"/>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o"/>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sub-header" showMasterSp="0">
  <p:cSld name="1_Title with sub-header">
    <p:spTree>
      <p:nvGrpSpPr>
        <p:cNvPr id="70" name="Shape 70"/>
        <p:cNvGrpSpPr/>
        <p:nvPr/>
      </p:nvGrpSpPr>
      <p:grpSpPr>
        <a:xfrm>
          <a:off x="0" y="0"/>
          <a:ext cx="0" cy="0"/>
          <a:chOff x="0" y="0"/>
          <a:chExt cx="0" cy="0"/>
        </a:xfrm>
      </p:grpSpPr>
      <p:sp>
        <p:nvSpPr>
          <p:cNvPr id="71" name="Google Shape;71;p4"/>
          <p:cNvSpPr txBox="1"/>
          <p:nvPr>
            <p:ph type="title"/>
          </p:nvPr>
        </p:nvSpPr>
        <p:spPr>
          <a:xfrm>
            <a:off x="365760" y="365127"/>
            <a:ext cx="11460480" cy="38377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595555"/>
              </a:buClr>
              <a:buSzPts val="2200"/>
              <a:buFont typeface="Verdana"/>
              <a:buNone/>
              <a:defRPr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4"/>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a:lvl1pPr>
            <a:lvl2pPr indent="-330200" lvl="1" marL="914400" algn="l">
              <a:lnSpc>
                <a:spcPct val="100000"/>
              </a:lnSpc>
              <a:spcBef>
                <a:spcPts val="1000"/>
              </a:spcBef>
              <a:spcAft>
                <a:spcPts val="0"/>
              </a:spcAft>
              <a:buSzPts val="1600"/>
              <a:buFont typeface="Arial"/>
              <a:buChar char="•"/>
              <a:defRPr/>
            </a:lvl2pPr>
            <a:lvl3pPr indent="-317500" lvl="2" marL="1371600" algn="l">
              <a:lnSpc>
                <a:spcPct val="100000"/>
              </a:lnSpc>
              <a:spcBef>
                <a:spcPts val="1000"/>
              </a:spcBef>
              <a:spcAft>
                <a:spcPts val="0"/>
              </a:spcAft>
              <a:buSzPts val="1400"/>
              <a:buFont typeface="Courier New"/>
              <a:buChar char="o"/>
              <a:defRPr/>
            </a:lvl3pPr>
            <a:lvl4pPr indent="-342900" lvl="3" marL="1828800" algn="l">
              <a:lnSpc>
                <a:spcPct val="100000"/>
              </a:lnSpc>
              <a:spcBef>
                <a:spcPts val="1000"/>
              </a:spcBef>
              <a:spcAft>
                <a:spcPts val="0"/>
              </a:spcAft>
              <a:buSzPts val="1800"/>
              <a:buChar char="▪"/>
              <a:defRPr/>
            </a:lvl4pPr>
            <a:lvl5pPr indent="-304800" lvl="4" marL="2286000" algn="l">
              <a:lnSpc>
                <a:spcPct val="100000"/>
              </a:lnSpc>
              <a:spcBef>
                <a:spcPts val="1000"/>
              </a:spcBef>
              <a:spcAft>
                <a:spcPts val="0"/>
              </a:spcAft>
              <a:buSzPts val="1200"/>
              <a:buFont typeface="Arial"/>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 name="Google Shape;73;p4"/>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5" name="Google Shape;75;p4"/>
          <p:cNvCxnSpPr/>
          <p:nvPr/>
        </p:nvCxnSpPr>
        <p:spPr>
          <a:xfrm>
            <a:off x="365760" y="1296637"/>
            <a:ext cx="11460480" cy="13371"/>
          </a:xfrm>
          <a:prstGeom prst="straightConnector1">
            <a:avLst/>
          </a:prstGeom>
          <a:noFill/>
          <a:ln cap="flat" cmpd="sng" w="9525">
            <a:solidFill>
              <a:srgbClr val="BFBFBF"/>
            </a:solidFill>
            <a:prstDash val="solid"/>
            <a:miter lim="800000"/>
            <a:headEnd len="sm" w="sm" type="none"/>
            <a:tailEnd len="sm" w="sm" type="none"/>
          </a:ln>
        </p:spPr>
      </p:cxnSp>
      <p:sp>
        <p:nvSpPr>
          <p:cNvPr id="76" name="Google Shape;76;p4"/>
          <p:cNvSpPr txBox="1"/>
          <p:nvPr>
            <p:ph idx="2" type="body"/>
          </p:nvPr>
        </p:nvSpPr>
        <p:spPr>
          <a:xfrm>
            <a:off x="365125" y="914400"/>
            <a:ext cx="6437313" cy="2238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i="1"/>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o"/>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spTree>
      <p:nvGrpSpPr>
        <p:cNvPr id="77" name="Shape 77"/>
        <p:cNvGrpSpPr/>
        <p:nvPr/>
      </p:nvGrpSpPr>
      <p:grpSpPr>
        <a:xfrm>
          <a:off x="0" y="0"/>
          <a:ext cx="0" cy="0"/>
          <a:chOff x="0" y="0"/>
          <a:chExt cx="0" cy="0"/>
        </a:xfrm>
      </p:grpSpPr>
      <p:sp>
        <p:nvSpPr>
          <p:cNvPr id="78" name="Google Shape;78;p5"/>
          <p:cNvSpPr txBox="1"/>
          <p:nvPr>
            <p:ph idx="1" type="body"/>
          </p:nvPr>
        </p:nvSpPr>
        <p:spPr>
          <a:xfrm>
            <a:off x="365760" y="1459003"/>
            <a:ext cx="5654040" cy="44881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2000"/>
              <a:buNone/>
              <a:defRPr sz="2000" cap="none"/>
            </a:lvl1pPr>
            <a:lvl2pPr indent="-342900" lvl="1" marL="914400" algn="l">
              <a:lnSpc>
                <a:spcPct val="100000"/>
              </a:lnSpc>
              <a:spcBef>
                <a:spcPts val="1000"/>
              </a:spcBef>
              <a:spcAft>
                <a:spcPts val="0"/>
              </a:spcAft>
              <a:buSzPts val="1800"/>
              <a:buFont typeface="Arial"/>
              <a:buChar char="•"/>
              <a:defRPr sz="1800"/>
            </a:lvl2pPr>
            <a:lvl3pPr indent="-330200" lvl="2" marL="1371600" algn="l">
              <a:lnSpc>
                <a:spcPct val="100000"/>
              </a:lnSpc>
              <a:spcBef>
                <a:spcPts val="1000"/>
              </a:spcBef>
              <a:spcAft>
                <a:spcPts val="0"/>
              </a:spcAft>
              <a:buSzPts val="1600"/>
              <a:buFont typeface="Courier New"/>
              <a:buChar char="o"/>
              <a:defRPr sz="1600"/>
            </a:lvl3pPr>
            <a:lvl4pPr indent="-317500" lvl="3" marL="1828800" algn="l">
              <a:lnSpc>
                <a:spcPct val="100000"/>
              </a:lnSpc>
              <a:spcBef>
                <a:spcPts val="1000"/>
              </a:spcBef>
              <a:spcAft>
                <a:spcPts val="0"/>
              </a:spcAft>
              <a:buSzPts val="1400"/>
              <a:buFont typeface="Noto Sans Symbols"/>
              <a:buChar char="▪"/>
              <a:defRPr sz="1400"/>
            </a:lvl4pPr>
            <a:lvl5pPr indent="-317500" lvl="4" marL="2286000" algn="l">
              <a:lnSpc>
                <a:spcPct val="100000"/>
              </a:lnSpc>
              <a:spcBef>
                <a:spcPts val="1000"/>
              </a:spcBef>
              <a:spcAft>
                <a:spcPts val="0"/>
              </a:spcAft>
              <a:buSzPts val="1400"/>
              <a:buChar char="•"/>
              <a:defRPr sz="14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9" name="Google Shape;79;p5"/>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5"/>
          <p:cNvSpPr txBox="1"/>
          <p:nvPr>
            <p:ph idx="2" type="body"/>
          </p:nvPr>
        </p:nvSpPr>
        <p:spPr>
          <a:xfrm>
            <a:off x="6172200" y="1459003"/>
            <a:ext cx="5654040" cy="448814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2000"/>
              <a:buNone/>
              <a:defRPr sz="2000" cap="none"/>
            </a:lvl1pPr>
            <a:lvl2pPr indent="-342900" lvl="1" marL="914400" algn="l">
              <a:lnSpc>
                <a:spcPct val="100000"/>
              </a:lnSpc>
              <a:spcBef>
                <a:spcPts val="1000"/>
              </a:spcBef>
              <a:spcAft>
                <a:spcPts val="0"/>
              </a:spcAft>
              <a:buSzPts val="1800"/>
              <a:buFont typeface="Arial"/>
              <a:buChar char="•"/>
              <a:defRPr sz="1800"/>
            </a:lvl2pPr>
            <a:lvl3pPr indent="-330200" lvl="2" marL="1371600" algn="l">
              <a:lnSpc>
                <a:spcPct val="100000"/>
              </a:lnSpc>
              <a:spcBef>
                <a:spcPts val="1000"/>
              </a:spcBef>
              <a:spcAft>
                <a:spcPts val="0"/>
              </a:spcAft>
              <a:buSzPts val="1600"/>
              <a:buFont typeface="Courier New"/>
              <a:buChar char="o"/>
              <a:defRPr sz="1600"/>
            </a:lvl3pPr>
            <a:lvl4pPr indent="-317500" lvl="3" marL="1828800" algn="l">
              <a:lnSpc>
                <a:spcPct val="100000"/>
              </a:lnSpc>
              <a:spcBef>
                <a:spcPts val="1000"/>
              </a:spcBef>
              <a:spcAft>
                <a:spcPts val="0"/>
              </a:spcAft>
              <a:buSzPts val="1400"/>
              <a:buFont typeface="Noto Sans Symbols"/>
              <a:buChar char="▪"/>
              <a:defRPr sz="1400"/>
            </a:lvl4pPr>
            <a:lvl5pPr indent="-317500" lvl="4" marL="2286000" algn="l">
              <a:lnSpc>
                <a:spcPct val="100000"/>
              </a:lnSpc>
              <a:spcBef>
                <a:spcPts val="1000"/>
              </a:spcBef>
              <a:spcAft>
                <a:spcPts val="0"/>
              </a:spcAft>
              <a:buSzPts val="1400"/>
              <a:buChar char="•"/>
              <a:defRPr sz="1400"/>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2" name="Google Shape;82;p5"/>
          <p:cNvSpPr txBox="1"/>
          <p:nvPr>
            <p:ph type="title"/>
          </p:nvPr>
        </p:nvSpPr>
        <p:spPr>
          <a:xfrm>
            <a:off x="365760" y="365127"/>
            <a:ext cx="11460480" cy="38377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595555"/>
              </a:buClr>
              <a:buSzPts val="2200"/>
              <a:buFont typeface="Verdana"/>
              <a:buNone/>
              <a:defRPr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3" name="Google Shape;83;p5"/>
          <p:cNvCxnSpPr/>
          <p:nvPr/>
        </p:nvCxnSpPr>
        <p:spPr>
          <a:xfrm>
            <a:off x="365760" y="1296637"/>
            <a:ext cx="11460480" cy="13371"/>
          </a:xfrm>
          <a:prstGeom prst="straightConnector1">
            <a:avLst/>
          </a:prstGeom>
          <a:noFill/>
          <a:ln cap="flat" cmpd="sng" w="9525">
            <a:solidFill>
              <a:srgbClr val="BFBFBF"/>
            </a:solidFill>
            <a:prstDash val="solid"/>
            <a:miter lim="800000"/>
            <a:headEnd len="sm" w="sm" type="none"/>
            <a:tailEnd len="sm" w="sm" type="none"/>
          </a:ln>
        </p:spPr>
      </p:cxnSp>
      <p:sp>
        <p:nvSpPr>
          <p:cNvPr id="84" name="Google Shape;84;p5"/>
          <p:cNvSpPr txBox="1"/>
          <p:nvPr>
            <p:ph idx="3" type="body"/>
          </p:nvPr>
        </p:nvSpPr>
        <p:spPr>
          <a:xfrm>
            <a:off x="365125" y="914400"/>
            <a:ext cx="6437313" cy="2238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i="1"/>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o"/>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spTree>
      <p:nvGrpSpPr>
        <p:cNvPr id="85" name="Shape 85"/>
        <p:cNvGrpSpPr/>
        <p:nvPr/>
      </p:nvGrpSpPr>
      <p:grpSpPr>
        <a:xfrm>
          <a:off x="0" y="0"/>
          <a:ext cx="0" cy="0"/>
          <a:chOff x="0" y="0"/>
          <a:chExt cx="0" cy="0"/>
        </a:xfrm>
      </p:grpSpPr>
      <p:sp>
        <p:nvSpPr>
          <p:cNvPr id="86" name="Google Shape;86;p6"/>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a:lvl1pPr>
            <a:lvl2pPr indent="-330200" lvl="1" marL="914400" algn="l">
              <a:lnSpc>
                <a:spcPct val="100000"/>
              </a:lnSpc>
              <a:spcBef>
                <a:spcPts val="1000"/>
              </a:spcBef>
              <a:spcAft>
                <a:spcPts val="0"/>
              </a:spcAft>
              <a:buSzPts val="1600"/>
              <a:buFont typeface="Arial"/>
              <a:buChar char="•"/>
              <a:defRPr/>
            </a:lvl2pPr>
            <a:lvl3pPr indent="-317500" lvl="2" marL="1371600" algn="l">
              <a:lnSpc>
                <a:spcPct val="100000"/>
              </a:lnSpc>
              <a:spcBef>
                <a:spcPts val="1000"/>
              </a:spcBef>
              <a:spcAft>
                <a:spcPts val="0"/>
              </a:spcAft>
              <a:buSzPts val="1400"/>
              <a:buFont typeface="Courier New"/>
              <a:buChar char="o"/>
              <a:defRPr/>
            </a:lvl3pPr>
            <a:lvl4pPr indent="-342900" lvl="3" marL="1828800" algn="l">
              <a:lnSpc>
                <a:spcPct val="100000"/>
              </a:lnSpc>
              <a:spcBef>
                <a:spcPts val="1000"/>
              </a:spcBef>
              <a:spcAft>
                <a:spcPts val="0"/>
              </a:spcAft>
              <a:buSzPts val="1800"/>
              <a:buChar char="▪"/>
              <a:defRPr/>
            </a:lvl4pPr>
            <a:lvl5pPr indent="-304800" lvl="4" marL="2286000" algn="l">
              <a:lnSpc>
                <a:spcPct val="100000"/>
              </a:lnSpc>
              <a:spcBef>
                <a:spcPts val="1000"/>
              </a:spcBef>
              <a:spcAft>
                <a:spcPts val="0"/>
              </a:spcAft>
              <a:buSzPts val="1200"/>
              <a:buFont typeface="Arial"/>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7" name="Google Shape;87;p6"/>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6"/>
          <p:cNvSpPr txBox="1"/>
          <p:nvPr>
            <p:ph type="title"/>
          </p:nvPr>
        </p:nvSpPr>
        <p:spPr>
          <a:xfrm>
            <a:off x="365760" y="365127"/>
            <a:ext cx="11460480" cy="38377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595555"/>
              </a:buClr>
              <a:buSzPts val="2200"/>
              <a:buFont typeface="Verdana"/>
              <a:buNone/>
              <a:defRPr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0" name="Google Shape;90;p6"/>
          <p:cNvCxnSpPr/>
          <p:nvPr/>
        </p:nvCxnSpPr>
        <p:spPr>
          <a:xfrm>
            <a:off x="365760" y="1296637"/>
            <a:ext cx="11460480" cy="13371"/>
          </a:xfrm>
          <a:prstGeom prst="straightConnector1">
            <a:avLst/>
          </a:prstGeom>
          <a:noFill/>
          <a:ln cap="flat" cmpd="sng" w="9525">
            <a:solidFill>
              <a:srgbClr val="BFBFBF"/>
            </a:solidFill>
            <a:prstDash val="solid"/>
            <a:miter lim="800000"/>
            <a:headEnd len="sm" w="sm" type="none"/>
            <a:tailEnd len="sm" w="sm" type="none"/>
          </a:ln>
        </p:spPr>
      </p:cxnSp>
      <p:sp>
        <p:nvSpPr>
          <p:cNvPr id="91" name="Google Shape;91;p6"/>
          <p:cNvSpPr txBox="1"/>
          <p:nvPr>
            <p:ph idx="2" type="body"/>
          </p:nvPr>
        </p:nvSpPr>
        <p:spPr>
          <a:xfrm>
            <a:off x="365125" y="914400"/>
            <a:ext cx="6437313" cy="2238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i="1"/>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o"/>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Section Header" showMasterSp="0">
  <p:cSld name="8_Section Header">
    <p:spTree>
      <p:nvGrpSpPr>
        <p:cNvPr id="92" name="Shape 92"/>
        <p:cNvGrpSpPr/>
        <p:nvPr/>
      </p:nvGrpSpPr>
      <p:grpSpPr>
        <a:xfrm>
          <a:off x="0" y="0"/>
          <a:ext cx="0" cy="0"/>
          <a:chOff x="0" y="0"/>
          <a:chExt cx="0" cy="0"/>
        </a:xfrm>
      </p:grpSpPr>
      <p:sp>
        <p:nvSpPr>
          <p:cNvPr id="93" name="Google Shape;93;p7"/>
          <p:cNvSpPr txBox="1"/>
          <p:nvPr>
            <p:ph type="title"/>
          </p:nvPr>
        </p:nvSpPr>
        <p:spPr>
          <a:xfrm>
            <a:off x="5029200" y="1828800"/>
            <a:ext cx="6400800" cy="3044952"/>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2"/>
              </a:buClr>
              <a:buSzPts val="3000"/>
              <a:buFont typeface="Verdana"/>
              <a:buNone/>
              <a:defRPr b="1"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7"/>
          <p:cNvSpPr/>
          <p:nvPr>
            <p:ph idx="2" type="pic"/>
          </p:nvPr>
        </p:nvSpPr>
        <p:spPr>
          <a:xfrm>
            <a:off x="0" y="0"/>
            <a:ext cx="4240213" cy="6858000"/>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branding Title Slide" showMasterSp="0">
  <p:cSld name="Co-branding Title Slide">
    <p:spTree>
      <p:nvGrpSpPr>
        <p:cNvPr id="95" name="Shape 95"/>
        <p:cNvGrpSpPr/>
        <p:nvPr/>
      </p:nvGrpSpPr>
      <p:grpSpPr>
        <a:xfrm>
          <a:off x="0" y="0"/>
          <a:ext cx="0" cy="0"/>
          <a:chOff x="0" y="0"/>
          <a:chExt cx="0" cy="0"/>
        </a:xfrm>
      </p:grpSpPr>
      <p:sp>
        <p:nvSpPr>
          <p:cNvPr id="96" name="Google Shape;96;p8"/>
          <p:cNvSpPr/>
          <p:nvPr>
            <p:ph idx="2" type="pic"/>
          </p:nvPr>
        </p:nvSpPr>
        <p:spPr>
          <a:xfrm>
            <a:off x="1" y="0"/>
            <a:ext cx="12192000" cy="5119921"/>
          </a:xfrm>
          <a:prstGeom prst="rect">
            <a:avLst/>
          </a:prstGeom>
          <a:noFill/>
          <a:ln>
            <a:noFill/>
          </a:ln>
        </p:spPr>
      </p:sp>
      <p:sp>
        <p:nvSpPr>
          <p:cNvPr id="97" name="Google Shape;97;p8"/>
          <p:cNvSpPr txBox="1"/>
          <p:nvPr>
            <p:ph type="ctrTitle"/>
          </p:nvPr>
        </p:nvSpPr>
        <p:spPr>
          <a:xfrm>
            <a:off x="102870" y="5198925"/>
            <a:ext cx="12089131" cy="934520"/>
          </a:xfrm>
          <a:prstGeom prst="rect">
            <a:avLst/>
          </a:prstGeom>
          <a:noFill/>
          <a:ln>
            <a:noFill/>
          </a:ln>
        </p:spPr>
        <p:txBody>
          <a:bodyPr anchorCtr="0" anchor="t" bIns="0" lIns="274300" spcFirstLastPara="1" rIns="0" wrap="square" tIns="91425">
            <a:noAutofit/>
          </a:bodyPr>
          <a:lstStyle>
            <a:lvl1pPr lvl="0" algn="l">
              <a:lnSpc>
                <a:spcPct val="100000"/>
              </a:lnSpc>
              <a:spcBef>
                <a:spcPts val="0"/>
              </a:spcBef>
              <a:spcAft>
                <a:spcPts val="0"/>
              </a:spcAft>
              <a:buClr>
                <a:srgbClr val="595555"/>
              </a:buClr>
              <a:buSzPts val="2000"/>
              <a:buFont typeface="Verdana"/>
              <a:buNone/>
              <a:defRPr sz="2000">
                <a:solidFill>
                  <a:srgbClr val="595555"/>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8"/>
          <p:cNvSpPr txBox="1"/>
          <p:nvPr>
            <p:ph idx="1" type="subTitle"/>
          </p:nvPr>
        </p:nvSpPr>
        <p:spPr>
          <a:xfrm>
            <a:off x="102871" y="6212449"/>
            <a:ext cx="12089130" cy="645551"/>
          </a:xfrm>
          <a:prstGeom prst="rect">
            <a:avLst/>
          </a:prstGeom>
          <a:noFill/>
          <a:ln>
            <a:noFill/>
          </a:ln>
        </p:spPr>
        <p:txBody>
          <a:bodyPr anchorCtr="0" anchor="t" bIns="0" lIns="274300" spcFirstLastPara="1" rIns="0" wrap="square" tIns="0">
            <a:noAutofit/>
          </a:bodyPr>
          <a:lstStyle>
            <a:lvl1pPr lvl="0" algn="l">
              <a:lnSpc>
                <a:spcPct val="100000"/>
              </a:lnSpc>
              <a:spcBef>
                <a:spcPts val="1000"/>
              </a:spcBef>
              <a:spcAft>
                <a:spcPts val="0"/>
              </a:spcAft>
              <a:buClr>
                <a:srgbClr val="595555"/>
              </a:buClr>
              <a:buSzPts val="1400"/>
              <a:buNone/>
              <a:defRPr b="1" sz="1400" cap="none">
                <a:solidFill>
                  <a:srgbClr val="595555"/>
                </a:solidFill>
              </a:defRPr>
            </a:lvl1pPr>
            <a:lvl2pPr lvl="1" algn="ctr">
              <a:lnSpc>
                <a:spcPct val="100000"/>
              </a:lnSpc>
              <a:spcBef>
                <a:spcPts val="1000"/>
              </a:spcBef>
              <a:spcAft>
                <a:spcPts val="0"/>
              </a:spcAft>
              <a:buSzPts val="1500"/>
              <a:buNone/>
              <a:defRPr sz="1500"/>
            </a:lvl2pPr>
            <a:lvl3pPr lvl="2" algn="ctr">
              <a:lnSpc>
                <a:spcPct val="100000"/>
              </a:lnSpc>
              <a:spcBef>
                <a:spcPts val="1000"/>
              </a:spcBef>
              <a:spcAft>
                <a:spcPts val="0"/>
              </a:spcAft>
              <a:buSzPts val="1350"/>
              <a:buNone/>
              <a:defRPr sz="1350"/>
            </a:lvl3pPr>
            <a:lvl4pPr lvl="3" algn="ctr">
              <a:lnSpc>
                <a:spcPct val="100000"/>
              </a:lnSpc>
              <a:spcBef>
                <a:spcPts val="1000"/>
              </a:spcBef>
              <a:spcAft>
                <a:spcPts val="0"/>
              </a:spcAft>
              <a:buSzPts val="1200"/>
              <a:buNone/>
              <a:defRPr sz="1200"/>
            </a:lvl4pPr>
            <a:lvl5pPr lvl="4" algn="ctr">
              <a:lnSpc>
                <a:spcPct val="100000"/>
              </a:lnSpc>
              <a:spcBef>
                <a:spcPts val="1000"/>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99" name="Google Shape;99;p8"/>
          <p:cNvSpPr txBox="1"/>
          <p:nvPr>
            <p:ph idx="10" type="dt"/>
          </p:nvPr>
        </p:nvSpPr>
        <p:spPr>
          <a:xfrm>
            <a:off x="9778483" y="6415201"/>
            <a:ext cx="2047757" cy="247424"/>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solidFill>
                  <a:srgbClr val="59555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spTree>
      <p:nvGrpSpPr>
        <p:cNvPr id="100" name="Shape 100"/>
        <p:cNvGrpSpPr/>
        <p:nvPr/>
      </p:nvGrpSpPr>
      <p:grpSpPr>
        <a:xfrm>
          <a:off x="0" y="0"/>
          <a:ext cx="0" cy="0"/>
          <a:chOff x="0" y="0"/>
          <a:chExt cx="0" cy="0"/>
        </a:xfrm>
      </p:grpSpPr>
      <p:sp>
        <p:nvSpPr>
          <p:cNvPr id="101" name="Google Shape;101;p9"/>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3" name="Google Shape;103;p9"/>
          <p:cNvSpPr txBox="1"/>
          <p:nvPr>
            <p:ph type="title"/>
          </p:nvPr>
        </p:nvSpPr>
        <p:spPr>
          <a:xfrm>
            <a:off x="365760" y="365127"/>
            <a:ext cx="11460480" cy="38377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595555"/>
              </a:buClr>
              <a:buSzPts val="2200"/>
              <a:buFont typeface="Verdana"/>
              <a:buNone/>
              <a:defRPr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4" name="Google Shape;104;p9"/>
          <p:cNvCxnSpPr/>
          <p:nvPr/>
        </p:nvCxnSpPr>
        <p:spPr>
          <a:xfrm>
            <a:off x="365760" y="1296637"/>
            <a:ext cx="11460480" cy="13371"/>
          </a:xfrm>
          <a:prstGeom prst="straightConnector1">
            <a:avLst/>
          </a:prstGeom>
          <a:noFill/>
          <a:ln cap="flat" cmpd="sng" w="9525">
            <a:solidFill>
              <a:srgbClr val="BFBFBF"/>
            </a:solidFill>
            <a:prstDash val="solid"/>
            <a:miter lim="800000"/>
            <a:headEnd len="sm" w="sm" type="none"/>
            <a:tailEnd len="sm" w="sm" type="none"/>
          </a:ln>
        </p:spPr>
      </p:cxnSp>
      <p:sp>
        <p:nvSpPr>
          <p:cNvPr id="105" name="Google Shape;105;p9"/>
          <p:cNvSpPr txBox="1"/>
          <p:nvPr>
            <p:ph idx="1" type="body"/>
          </p:nvPr>
        </p:nvSpPr>
        <p:spPr>
          <a:xfrm>
            <a:off x="365125" y="914400"/>
            <a:ext cx="6437313" cy="22383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i="1"/>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o"/>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6" name="Shape 106"/>
        <p:cNvGrpSpPr/>
        <p:nvPr/>
      </p:nvGrpSpPr>
      <p:grpSpPr>
        <a:xfrm>
          <a:off x="0" y="0"/>
          <a:ext cx="0" cy="0"/>
          <a:chOff x="0" y="0"/>
          <a:chExt cx="0" cy="0"/>
        </a:xfrm>
      </p:grpSpPr>
      <p:sp>
        <p:nvSpPr>
          <p:cNvPr id="107" name="Google Shape;107;p10"/>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0"/>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p:cSld name="Content with Caption">
    <p:spTree>
      <p:nvGrpSpPr>
        <p:cNvPr id="109" name="Shape 109"/>
        <p:cNvGrpSpPr/>
        <p:nvPr/>
      </p:nvGrpSpPr>
      <p:grpSpPr>
        <a:xfrm>
          <a:off x="0" y="0"/>
          <a:ext cx="0" cy="0"/>
          <a:chOff x="0" y="0"/>
          <a:chExt cx="0" cy="0"/>
        </a:xfrm>
      </p:grpSpPr>
      <p:sp>
        <p:nvSpPr>
          <p:cNvPr id="110" name="Google Shape;110;p11"/>
          <p:cNvSpPr/>
          <p:nvPr/>
        </p:nvSpPr>
        <p:spPr>
          <a:xfrm>
            <a:off x="0" y="0"/>
            <a:ext cx="5892800" cy="6234545"/>
          </a:xfrm>
          <a:prstGeom prst="rect">
            <a:avLst/>
          </a:prstGeom>
          <a:solidFill>
            <a:srgbClr val="33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dk1"/>
              </a:solidFill>
              <a:latin typeface="Verdana"/>
              <a:ea typeface="Verdana"/>
              <a:cs typeface="Verdana"/>
              <a:sym typeface="Verdana"/>
            </a:endParaRPr>
          </a:p>
        </p:txBody>
      </p:sp>
      <p:sp>
        <p:nvSpPr>
          <p:cNvPr id="111" name="Google Shape;111;p11"/>
          <p:cNvSpPr txBox="1"/>
          <p:nvPr>
            <p:ph type="title"/>
          </p:nvPr>
        </p:nvSpPr>
        <p:spPr>
          <a:xfrm>
            <a:off x="365760" y="2317172"/>
            <a:ext cx="5135155" cy="16002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2400"/>
              <a:buFont typeface="Verdana"/>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1"/>
          <p:cNvSpPr txBox="1"/>
          <p:nvPr>
            <p:ph idx="1" type="body"/>
          </p:nvPr>
        </p:nvSpPr>
        <p:spPr>
          <a:xfrm>
            <a:off x="6258560" y="905091"/>
            <a:ext cx="5567680" cy="4424362"/>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1000"/>
              </a:spcBef>
              <a:spcAft>
                <a:spcPts val="0"/>
              </a:spcAft>
              <a:buClr>
                <a:schemeClr val="dk2"/>
              </a:buClr>
              <a:buSzPts val="1800"/>
              <a:buNone/>
              <a:defRPr/>
            </a:lvl1pPr>
            <a:lvl2pPr indent="-330200" lvl="1" marL="914400" algn="l">
              <a:lnSpc>
                <a:spcPct val="100000"/>
              </a:lnSpc>
              <a:spcBef>
                <a:spcPts val="1000"/>
              </a:spcBef>
              <a:spcAft>
                <a:spcPts val="0"/>
              </a:spcAft>
              <a:buSzPts val="1600"/>
              <a:buChar char="•"/>
              <a:defRPr/>
            </a:lvl2pPr>
            <a:lvl3pPr indent="-317500" lvl="2" marL="1371600" algn="l">
              <a:lnSpc>
                <a:spcPct val="100000"/>
              </a:lnSpc>
              <a:spcBef>
                <a:spcPts val="1000"/>
              </a:spcBef>
              <a:spcAft>
                <a:spcPts val="0"/>
              </a:spcAft>
              <a:buSzPts val="1400"/>
              <a:buChar char="o"/>
              <a:defRPr/>
            </a:lvl3pPr>
            <a:lvl4pPr indent="-304800" lvl="3" marL="1828800" algn="l">
              <a:lnSpc>
                <a:spcPct val="100000"/>
              </a:lnSpc>
              <a:spcBef>
                <a:spcPts val="1000"/>
              </a:spcBef>
              <a:spcAft>
                <a:spcPts val="0"/>
              </a:spcAft>
              <a:buSzPts val="1200"/>
              <a:buChar char="▪"/>
              <a:defRPr/>
            </a:lvl4pPr>
            <a:lvl5pPr indent="-304800" lvl="4" marL="2286000" algn="l">
              <a:lnSpc>
                <a:spcPct val="100000"/>
              </a:lnSpc>
              <a:spcBef>
                <a:spcPts val="1000"/>
              </a:spcBef>
              <a:spcAft>
                <a:spcPts val="0"/>
              </a:spcAft>
              <a:buSzPts val="12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3" name="Google Shape;113;p11"/>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1"/>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5" name="Shape 115"/>
        <p:cNvGrpSpPr/>
        <p:nvPr/>
      </p:nvGrpSpPr>
      <p:grpSpPr>
        <a:xfrm>
          <a:off x="0" y="0"/>
          <a:ext cx="0" cy="0"/>
          <a:chOff x="0" y="0"/>
          <a:chExt cx="0" cy="0"/>
        </a:xfrm>
      </p:grpSpPr>
      <p:sp>
        <p:nvSpPr>
          <p:cNvPr id="116" name="Google Shape;116;p12"/>
          <p:cNvSpPr/>
          <p:nvPr/>
        </p:nvSpPr>
        <p:spPr>
          <a:xfrm>
            <a:off x="0" y="0"/>
            <a:ext cx="5892800" cy="6248400"/>
          </a:xfrm>
          <a:prstGeom prst="rect">
            <a:avLst/>
          </a:prstGeom>
          <a:solidFill>
            <a:srgbClr val="33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dk1"/>
              </a:solidFill>
              <a:latin typeface="Verdana"/>
              <a:ea typeface="Verdana"/>
              <a:cs typeface="Verdana"/>
              <a:sym typeface="Verdana"/>
            </a:endParaRPr>
          </a:p>
        </p:txBody>
      </p:sp>
      <p:sp>
        <p:nvSpPr>
          <p:cNvPr id="117" name="Google Shape;117;p12"/>
          <p:cNvSpPr txBox="1"/>
          <p:nvPr>
            <p:ph type="title"/>
          </p:nvPr>
        </p:nvSpPr>
        <p:spPr>
          <a:xfrm>
            <a:off x="365761" y="340900"/>
            <a:ext cx="5077097" cy="101561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Font typeface="Verdana"/>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2"/>
          <p:cNvSpPr/>
          <p:nvPr>
            <p:ph idx="2" type="pic"/>
          </p:nvPr>
        </p:nvSpPr>
        <p:spPr>
          <a:xfrm>
            <a:off x="5892800" y="0"/>
            <a:ext cx="6299200" cy="6248400"/>
          </a:xfrm>
          <a:prstGeom prst="rect">
            <a:avLst/>
          </a:prstGeom>
          <a:noFill/>
          <a:ln>
            <a:noFill/>
          </a:ln>
        </p:spPr>
      </p:sp>
      <p:sp>
        <p:nvSpPr>
          <p:cNvPr id="119" name="Google Shape;119;p12"/>
          <p:cNvSpPr txBox="1"/>
          <p:nvPr>
            <p:ph idx="1" type="body"/>
          </p:nvPr>
        </p:nvSpPr>
        <p:spPr>
          <a:xfrm>
            <a:off x="365761" y="1455951"/>
            <a:ext cx="5077097" cy="434001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lt1"/>
              </a:buClr>
              <a:buSzPts val="1200"/>
              <a:buNone/>
              <a:defRPr sz="1200">
                <a:solidFill>
                  <a:schemeClr val="lt1"/>
                </a:solidFill>
              </a:defRPr>
            </a:lvl1pPr>
            <a:lvl2pPr indent="-228600" lvl="1" marL="914400" algn="l">
              <a:lnSpc>
                <a:spcPct val="100000"/>
              </a:lnSpc>
              <a:spcBef>
                <a:spcPts val="1000"/>
              </a:spcBef>
              <a:spcAft>
                <a:spcPts val="0"/>
              </a:spcAft>
              <a:buSzPts val="1050"/>
              <a:buNone/>
              <a:defRPr sz="1050"/>
            </a:lvl2pPr>
            <a:lvl3pPr indent="-228600" lvl="2" marL="1371600" algn="l">
              <a:lnSpc>
                <a:spcPct val="100000"/>
              </a:lnSpc>
              <a:spcBef>
                <a:spcPts val="1000"/>
              </a:spcBef>
              <a:spcAft>
                <a:spcPts val="0"/>
              </a:spcAft>
              <a:buSzPts val="900"/>
              <a:buNone/>
              <a:defRPr sz="900"/>
            </a:lvl3pPr>
            <a:lvl4pPr indent="-228600" lvl="3" marL="1828800" algn="l">
              <a:lnSpc>
                <a:spcPct val="100000"/>
              </a:lnSpc>
              <a:spcBef>
                <a:spcPts val="1000"/>
              </a:spcBef>
              <a:spcAft>
                <a:spcPts val="0"/>
              </a:spcAft>
              <a:buSzPts val="750"/>
              <a:buNone/>
              <a:defRPr sz="750"/>
            </a:lvl4pPr>
            <a:lvl5pPr indent="-228600" lvl="4" marL="2286000" algn="l">
              <a:lnSpc>
                <a:spcPct val="100000"/>
              </a:lnSpc>
              <a:spcBef>
                <a:spcPts val="1000"/>
              </a:spcBef>
              <a:spcAft>
                <a:spcPts val="0"/>
              </a:spcAft>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20" name="Google Shape;120;p12"/>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2"/>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showMasterSp="0">
  <p:cSld name="1_Picture with Caption">
    <p:spTree>
      <p:nvGrpSpPr>
        <p:cNvPr id="122" name="Shape 122"/>
        <p:cNvGrpSpPr/>
        <p:nvPr/>
      </p:nvGrpSpPr>
      <p:grpSpPr>
        <a:xfrm>
          <a:off x="0" y="0"/>
          <a:ext cx="0" cy="0"/>
          <a:chOff x="0" y="0"/>
          <a:chExt cx="0" cy="0"/>
        </a:xfrm>
      </p:grpSpPr>
      <p:sp>
        <p:nvSpPr>
          <p:cNvPr id="123" name="Google Shape;123;p13"/>
          <p:cNvSpPr/>
          <p:nvPr/>
        </p:nvSpPr>
        <p:spPr>
          <a:xfrm>
            <a:off x="0" y="0"/>
            <a:ext cx="5892800" cy="6248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chemeClr val="dk1"/>
              </a:solidFill>
              <a:latin typeface="Verdana"/>
              <a:ea typeface="Verdana"/>
              <a:cs typeface="Verdana"/>
              <a:sym typeface="Verdana"/>
            </a:endParaRPr>
          </a:p>
        </p:txBody>
      </p:sp>
      <p:sp>
        <p:nvSpPr>
          <p:cNvPr id="124" name="Google Shape;124;p13"/>
          <p:cNvSpPr txBox="1"/>
          <p:nvPr>
            <p:ph type="title"/>
          </p:nvPr>
        </p:nvSpPr>
        <p:spPr>
          <a:xfrm>
            <a:off x="365761" y="340900"/>
            <a:ext cx="5077097" cy="101561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595555"/>
              </a:buClr>
              <a:buSzPts val="2400"/>
              <a:buFont typeface="Verdana"/>
              <a:buNone/>
              <a:defRPr sz="2400">
                <a:solidFill>
                  <a:srgbClr val="59555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3"/>
          <p:cNvSpPr/>
          <p:nvPr>
            <p:ph idx="2" type="pic"/>
          </p:nvPr>
        </p:nvSpPr>
        <p:spPr>
          <a:xfrm>
            <a:off x="5892800" y="0"/>
            <a:ext cx="6299200" cy="6248400"/>
          </a:xfrm>
          <a:prstGeom prst="rect">
            <a:avLst/>
          </a:prstGeom>
          <a:noFill/>
          <a:ln>
            <a:noFill/>
          </a:ln>
        </p:spPr>
      </p:sp>
      <p:sp>
        <p:nvSpPr>
          <p:cNvPr id="126" name="Google Shape;126;p13"/>
          <p:cNvSpPr txBox="1"/>
          <p:nvPr>
            <p:ph idx="1" type="body"/>
          </p:nvPr>
        </p:nvSpPr>
        <p:spPr>
          <a:xfrm>
            <a:off x="365761" y="1455951"/>
            <a:ext cx="5077097" cy="434001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228600" lvl="1" marL="914400" algn="l">
              <a:lnSpc>
                <a:spcPct val="100000"/>
              </a:lnSpc>
              <a:spcBef>
                <a:spcPts val="1000"/>
              </a:spcBef>
              <a:spcAft>
                <a:spcPts val="0"/>
              </a:spcAft>
              <a:buSzPts val="1050"/>
              <a:buNone/>
              <a:defRPr sz="1050"/>
            </a:lvl2pPr>
            <a:lvl3pPr indent="-228600" lvl="2" marL="1371600" algn="l">
              <a:lnSpc>
                <a:spcPct val="100000"/>
              </a:lnSpc>
              <a:spcBef>
                <a:spcPts val="1000"/>
              </a:spcBef>
              <a:spcAft>
                <a:spcPts val="0"/>
              </a:spcAft>
              <a:buSzPts val="900"/>
              <a:buNone/>
              <a:defRPr sz="900"/>
            </a:lvl3pPr>
            <a:lvl4pPr indent="-228600" lvl="3" marL="1828800" algn="l">
              <a:lnSpc>
                <a:spcPct val="100000"/>
              </a:lnSpc>
              <a:spcBef>
                <a:spcPts val="1000"/>
              </a:spcBef>
              <a:spcAft>
                <a:spcPts val="0"/>
              </a:spcAft>
              <a:buSzPts val="750"/>
              <a:buNone/>
              <a:defRPr sz="750"/>
            </a:lvl4pPr>
            <a:lvl5pPr indent="-228600" lvl="4" marL="2286000" algn="l">
              <a:lnSpc>
                <a:spcPct val="100000"/>
              </a:lnSpc>
              <a:spcBef>
                <a:spcPts val="1000"/>
              </a:spcBef>
              <a:spcAft>
                <a:spcPts val="0"/>
              </a:spcAft>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27" name="Google Shape;127;p13"/>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3"/>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age" showMasterSp="0">
  <p:cSld name="Closing Page">
    <p:spTree>
      <p:nvGrpSpPr>
        <p:cNvPr id="129" name="Shape 129"/>
        <p:cNvGrpSpPr/>
        <p:nvPr/>
      </p:nvGrpSpPr>
      <p:grpSpPr>
        <a:xfrm>
          <a:off x="0" y="0"/>
          <a:ext cx="0" cy="0"/>
          <a:chOff x="0" y="0"/>
          <a:chExt cx="0" cy="0"/>
        </a:xfrm>
      </p:grpSpPr>
      <p:sp>
        <p:nvSpPr>
          <p:cNvPr id="130" name="Google Shape;130;p14"/>
          <p:cNvSpPr txBox="1"/>
          <p:nvPr/>
        </p:nvSpPr>
        <p:spPr>
          <a:xfrm>
            <a:off x="10840017" y="7532483"/>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pic>
        <p:nvPicPr>
          <p:cNvPr id="131" name="Google Shape;131;p14"/>
          <p:cNvPicPr preferRelativeResize="0"/>
          <p:nvPr/>
        </p:nvPicPr>
        <p:blipFill rotWithShape="1">
          <a:blip r:embed="rId2">
            <a:alphaModFix/>
          </a:blip>
          <a:srcRect b="0" l="0" r="0" t="0"/>
          <a:stretch/>
        </p:blipFill>
        <p:spPr>
          <a:xfrm>
            <a:off x="3376478" y="2501900"/>
            <a:ext cx="1295400" cy="1460500"/>
          </a:xfrm>
          <a:prstGeom prst="rect">
            <a:avLst/>
          </a:prstGeom>
          <a:noFill/>
          <a:ln>
            <a:noFill/>
          </a:ln>
        </p:spPr>
      </p:pic>
      <p:sp>
        <p:nvSpPr>
          <p:cNvPr id="132" name="Google Shape;132;p14"/>
          <p:cNvSpPr txBox="1"/>
          <p:nvPr/>
        </p:nvSpPr>
        <p:spPr>
          <a:xfrm>
            <a:off x="4825935" y="2878207"/>
            <a:ext cx="359746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595555"/>
                </a:solidFill>
                <a:latin typeface="Verdana"/>
                <a:ea typeface="Verdana"/>
                <a:cs typeface="Verdana"/>
                <a:sym typeface="Verdana"/>
              </a:rPr>
              <a:t>THANK YOU</a:t>
            </a:r>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CE1"/>
        </a:solidFill>
      </p:bgPr>
    </p:bg>
    <p:spTree>
      <p:nvGrpSpPr>
        <p:cNvPr id="9" name="Shape 9"/>
        <p:cNvGrpSpPr/>
        <p:nvPr/>
      </p:nvGrpSpPr>
      <p:grpSpPr>
        <a:xfrm>
          <a:off x="0" y="0"/>
          <a:ext cx="0" cy="0"/>
          <a:chOff x="0" y="0"/>
          <a:chExt cx="0" cy="0"/>
        </a:xfrm>
      </p:grpSpPr>
      <p:sp>
        <p:nvSpPr>
          <p:cNvPr id="10" name="Google Shape;10;p1"/>
          <p:cNvSpPr/>
          <p:nvPr/>
        </p:nvSpPr>
        <p:spPr>
          <a:xfrm>
            <a:off x="0" y="6397555"/>
            <a:ext cx="12192000" cy="460445"/>
          </a:xfrm>
          <a:prstGeom prst="rect">
            <a:avLst/>
          </a:prstGeom>
          <a:solidFill>
            <a:srgbClr val="DFDB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50" u="none" cap="none" strike="noStrike">
              <a:solidFill>
                <a:schemeClr val="dk1"/>
              </a:solidFill>
              <a:latin typeface="Verdana"/>
              <a:ea typeface="Verdana"/>
              <a:cs typeface="Verdana"/>
              <a:sym typeface="Verdana"/>
            </a:endParaRPr>
          </a:p>
        </p:txBody>
      </p:sp>
      <p:sp>
        <p:nvSpPr>
          <p:cNvPr id="11" name="Google Shape;11;p1"/>
          <p:cNvSpPr txBox="1"/>
          <p:nvPr>
            <p:ph type="title"/>
          </p:nvPr>
        </p:nvSpPr>
        <p:spPr>
          <a:xfrm>
            <a:off x="365760" y="365127"/>
            <a:ext cx="11460480" cy="944881"/>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595555"/>
              </a:buClr>
              <a:buSzPts val="2200"/>
              <a:buFont typeface="Verdana"/>
              <a:buNone/>
              <a:defRPr b="1" i="0" sz="2200" u="none" cap="none" strike="noStrike">
                <a:solidFill>
                  <a:srgbClr val="595555"/>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chemeClr val="dk2"/>
              </a:buClr>
              <a:buSzPts val="1800"/>
              <a:buFont typeface="Arial"/>
              <a:buNone/>
              <a:defRPr b="0" i="0" sz="1800" u="none" cap="none" strike="noStrike">
                <a:solidFill>
                  <a:schemeClr val="dk2"/>
                </a:solidFill>
                <a:latin typeface="Verdana"/>
                <a:ea typeface="Verdana"/>
                <a:cs typeface="Verdana"/>
                <a:sym typeface="Verdana"/>
              </a:defRPr>
            </a:lvl1pPr>
            <a:lvl2pPr indent="-330200" lvl="1" marL="914400" marR="0" rtl="0" algn="l">
              <a:lnSpc>
                <a:spcPct val="100000"/>
              </a:lnSpc>
              <a:spcBef>
                <a:spcPts val="1000"/>
              </a:spcBef>
              <a:spcAft>
                <a:spcPts val="0"/>
              </a:spcAft>
              <a:buClr>
                <a:schemeClr val="dk2"/>
              </a:buClr>
              <a:buSzPts val="1600"/>
              <a:buFont typeface="Arial"/>
              <a:buChar char="•"/>
              <a:defRPr b="0" i="0" sz="1600" u="none" cap="none" strike="noStrike">
                <a:solidFill>
                  <a:schemeClr val="dk2"/>
                </a:solidFill>
                <a:latin typeface="Verdana"/>
                <a:ea typeface="Verdana"/>
                <a:cs typeface="Verdana"/>
                <a:sym typeface="Verdana"/>
              </a:defRPr>
            </a:lvl2pPr>
            <a:lvl3pPr indent="-317500" lvl="2" marL="1371600" marR="0" rtl="0" algn="l">
              <a:lnSpc>
                <a:spcPct val="100000"/>
              </a:lnSpc>
              <a:spcBef>
                <a:spcPts val="1000"/>
              </a:spcBef>
              <a:spcAft>
                <a:spcPts val="0"/>
              </a:spcAft>
              <a:buClr>
                <a:schemeClr val="dk2"/>
              </a:buClr>
              <a:buSzPts val="1400"/>
              <a:buFont typeface="Courier New"/>
              <a:buChar char="o"/>
              <a:defRPr b="0" i="0" sz="1400" u="none" cap="none" strike="noStrike">
                <a:solidFill>
                  <a:schemeClr val="dk2"/>
                </a:solidFill>
                <a:latin typeface="Verdana"/>
                <a:ea typeface="Verdana"/>
                <a:cs typeface="Verdana"/>
                <a:sym typeface="Verdana"/>
              </a:defRPr>
            </a:lvl3pPr>
            <a:lvl4pPr indent="-304800" lvl="3" marL="1828800" marR="0" rtl="0" algn="l">
              <a:lnSpc>
                <a:spcPct val="100000"/>
              </a:lnSpc>
              <a:spcBef>
                <a:spcPts val="1000"/>
              </a:spcBef>
              <a:spcAft>
                <a:spcPts val="0"/>
              </a:spcAft>
              <a:buClr>
                <a:schemeClr val="dk2"/>
              </a:buClr>
              <a:buSzPts val="1200"/>
              <a:buFont typeface="Noto Sans Symbols"/>
              <a:buChar char="▪"/>
              <a:defRPr b="0" i="0" sz="1200" u="none" cap="none" strike="noStrike">
                <a:solidFill>
                  <a:schemeClr val="dk2"/>
                </a:solidFill>
                <a:latin typeface="Verdana"/>
                <a:ea typeface="Verdana"/>
                <a:cs typeface="Verdana"/>
                <a:sym typeface="Verdana"/>
              </a:defRPr>
            </a:lvl4pPr>
            <a:lvl5pPr indent="-304800" lvl="4" marL="2286000" marR="0" rtl="0" algn="l">
              <a:lnSpc>
                <a:spcPct val="100000"/>
              </a:lnSpc>
              <a:spcBef>
                <a:spcPts val="1000"/>
              </a:spcBef>
              <a:spcAft>
                <a:spcPts val="0"/>
              </a:spcAft>
              <a:buClr>
                <a:schemeClr val="dk2"/>
              </a:buClr>
              <a:buSzPts val="1200"/>
              <a:buFont typeface="Arial"/>
              <a:buChar char="•"/>
              <a:defRPr b="0" i="0" sz="1200" u="none" cap="none" strike="noStrike">
                <a:solidFill>
                  <a:schemeClr val="dk2"/>
                </a:solidFill>
                <a:latin typeface="Verdana"/>
                <a:ea typeface="Verdana"/>
                <a:cs typeface="Verdana"/>
                <a:sym typeface="Verdan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Verdana"/>
                <a:ea typeface="Verdana"/>
                <a:cs typeface="Verdana"/>
                <a:sym typeface="Verdana"/>
              </a:defRPr>
            </a:lvl9pPr>
          </a:lstStyle>
          <a:p/>
        </p:txBody>
      </p:sp>
      <p:sp>
        <p:nvSpPr>
          <p:cNvPr id="13" name="Google Shape;13;p1"/>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750" u="none" cap="none" strike="noStrike">
                <a:solidFill>
                  <a:srgbClr val="8C8585"/>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4" name="Google Shape;14;p1"/>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750" u="none" cap="none" strike="noStrike">
                <a:solidFill>
                  <a:srgbClr val="8C8585"/>
                </a:solidFill>
                <a:latin typeface="Verdana"/>
                <a:ea typeface="Verdana"/>
                <a:cs typeface="Verdana"/>
                <a:sym typeface="Verdana"/>
              </a:defRPr>
            </a:lvl1pPr>
            <a:lvl2pPr indent="0" lvl="1" marL="0" marR="0" rtl="0" algn="r">
              <a:spcBef>
                <a:spcPts val="0"/>
              </a:spcBef>
              <a:buNone/>
              <a:defRPr b="0" i="0" sz="750" u="none" cap="none" strike="noStrike">
                <a:solidFill>
                  <a:srgbClr val="8C8585"/>
                </a:solidFill>
                <a:latin typeface="Verdana"/>
                <a:ea typeface="Verdana"/>
                <a:cs typeface="Verdana"/>
                <a:sym typeface="Verdana"/>
              </a:defRPr>
            </a:lvl2pPr>
            <a:lvl3pPr indent="0" lvl="2" marL="0" marR="0" rtl="0" algn="r">
              <a:spcBef>
                <a:spcPts val="0"/>
              </a:spcBef>
              <a:buNone/>
              <a:defRPr b="0" i="0" sz="750" u="none" cap="none" strike="noStrike">
                <a:solidFill>
                  <a:srgbClr val="8C8585"/>
                </a:solidFill>
                <a:latin typeface="Verdana"/>
                <a:ea typeface="Verdana"/>
                <a:cs typeface="Verdana"/>
                <a:sym typeface="Verdana"/>
              </a:defRPr>
            </a:lvl3pPr>
            <a:lvl4pPr indent="0" lvl="3" marL="0" marR="0" rtl="0" algn="r">
              <a:spcBef>
                <a:spcPts val="0"/>
              </a:spcBef>
              <a:buNone/>
              <a:defRPr b="0" i="0" sz="750" u="none" cap="none" strike="noStrike">
                <a:solidFill>
                  <a:srgbClr val="8C8585"/>
                </a:solidFill>
                <a:latin typeface="Verdana"/>
                <a:ea typeface="Verdana"/>
                <a:cs typeface="Verdana"/>
                <a:sym typeface="Verdana"/>
              </a:defRPr>
            </a:lvl4pPr>
            <a:lvl5pPr indent="0" lvl="4" marL="0" marR="0" rtl="0" algn="r">
              <a:spcBef>
                <a:spcPts val="0"/>
              </a:spcBef>
              <a:buNone/>
              <a:defRPr b="0" i="0" sz="750" u="none" cap="none" strike="noStrike">
                <a:solidFill>
                  <a:srgbClr val="8C8585"/>
                </a:solidFill>
                <a:latin typeface="Verdana"/>
                <a:ea typeface="Verdana"/>
                <a:cs typeface="Verdana"/>
                <a:sym typeface="Verdana"/>
              </a:defRPr>
            </a:lvl5pPr>
            <a:lvl6pPr indent="0" lvl="5" marL="0" marR="0" rtl="0" algn="r">
              <a:spcBef>
                <a:spcPts val="0"/>
              </a:spcBef>
              <a:buNone/>
              <a:defRPr b="0" i="0" sz="750" u="none" cap="none" strike="noStrike">
                <a:solidFill>
                  <a:srgbClr val="8C8585"/>
                </a:solidFill>
                <a:latin typeface="Verdana"/>
                <a:ea typeface="Verdana"/>
                <a:cs typeface="Verdana"/>
                <a:sym typeface="Verdana"/>
              </a:defRPr>
            </a:lvl6pPr>
            <a:lvl7pPr indent="0" lvl="6" marL="0" marR="0" rtl="0" algn="r">
              <a:spcBef>
                <a:spcPts val="0"/>
              </a:spcBef>
              <a:buNone/>
              <a:defRPr b="0" i="0" sz="750" u="none" cap="none" strike="noStrike">
                <a:solidFill>
                  <a:srgbClr val="8C8585"/>
                </a:solidFill>
                <a:latin typeface="Verdana"/>
                <a:ea typeface="Verdana"/>
                <a:cs typeface="Verdana"/>
                <a:sym typeface="Verdana"/>
              </a:defRPr>
            </a:lvl7pPr>
            <a:lvl8pPr indent="0" lvl="7" marL="0" marR="0" rtl="0" algn="r">
              <a:spcBef>
                <a:spcPts val="0"/>
              </a:spcBef>
              <a:buNone/>
              <a:defRPr b="0" i="0" sz="750" u="none" cap="none" strike="noStrike">
                <a:solidFill>
                  <a:srgbClr val="8C8585"/>
                </a:solidFill>
                <a:latin typeface="Verdana"/>
                <a:ea typeface="Verdana"/>
                <a:cs typeface="Verdana"/>
                <a:sym typeface="Verdana"/>
              </a:defRPr>
            </a:lvl8pPr>
            <a:lvl9pPr indent="0" lvl="8" marL="0" marR="0" rtl="0" algn="r">
              <a:spcBef>
                <a:spcPts val="0"/>
              </a:spcBef>
              <a:buNone/>
              <a:defRPr b="0" i="0" sz="750" u="none" cap="none" strike="noStrike">
                <a:solidFill>
                  <a:srgbClr val="8C8585"/>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txBox="1"/>
          <p:nvPr/>
        </p:nvSpPr>
        <p:spPr>
          <a:xfrm>
            <a:off x="2585259" y="6537283"/>
            <a:ext cx="7021484"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450" u="none" cap="none" strike="noStrike">
                <a:solidFill>
                  <a:srgbClr val="595555"/>
                </a:solidFill>
                <a:latin typeface="Verdana"/>
                <a:ea typeface="Verdana"/>
                <a:cs typeface="Verdana"/>
                <a:sym typeface="Verdana"/>
              </a:rPr>
              <a:t>Proprietary and Confidential: This presentation may not be used or disclosed to other than employees or customers, unless expressly authorized by UPS.</a:t>
            </a:r>
            <a:br>
              <a:rPr b="0" i="0" lang="en-US" sz="450" u="none" cap="none" strike="noStrike">
                <a:solidFill>
                  <a:srgbClr val="595555"/>
                </a:solidFill>
                <a:latin typeface="Verdana"/>
                <a:ea typeface="Verdana"/>
                <a:cs typeface="Verdana"/>
                <a:sym typeface="Verdana"/>
              </a:rPr>
            </a:br>
            <a:r>
              <a:rPr b="0" i="0" lang="en-US" sz="450" u="none" cap="none" strike="noStrike">
                <a:solidFill>
                  <a:srgbClr val="595555"/>
                </a:solidFill>
                <a:latin typeface="Verdana"/>
                <a:ea typeface="Verdana"/>
                <a:cs typeface="Verdana"/>
                <a:sym typeface="Verdana"/>
              </a:rPr>
              <a:t>© 2020 United Parcel Service of America, Inc. UPS, the UPS brandmark, and the color dark brown tone are trademarks of United Parcel Service of America, Inc. All rights reserved.</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18.png"/><Relationship Id="rId13" Type="http://schemas.openxmlformats.org/officeDocument/2006/relationships/image" Target="../media/image19.png"/><Relationship Id="rId12" Type="http://schemas.openxmlformats.org/officeDocument/2006/relationships/image" Target="../media/image20.png"/><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6.png"/><Relationship Id="rId8"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idx="12" type="sldNum"/>
          </p:nvPr>
        </p:nvSpPr>
        <p:spPr>
          <a:xfrm>
            <a:off x="11287760" y="6491339"/>
            <a:ext cx="538500" cy="2769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39" name="Google Shape;139;p15"/>
          <p:cNvSpPr txBox="1"/>
          <p:nvPr>
            <p:ph type="title"/>
          </p:nvPr>
        </p:nvSpPr>
        <p:spPr>
          <a:xfrm>
            <a:off x="365760" y="365127"/>
            <a:ext cx="11460600" cy="38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Submission Guidelines</a:t>
            </a:r>
            <a:endParaRPr/>
          </a:p>
        </p:txBody>
      </p:sp>
      <p:sp>
        <p:nvSpPr>
          <p:cNvPr id="140" name="Google Shape;140;p15"/>
          <p:cNvSpPr txBox="1"/>
          <p:nvPr>
            <p:ph idx="1" type="body"/>
          </p:nvPr>
        </p:nvSpPr>
        <p:spPr>
          <a:xfrm>
            <a:off x="365760" y="1455951"/>
            <a:ext cx="11460600" cy="44877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100">
                <a:solidFill>
                  <a:schemeClr val="dk1"/>
                </a:solidFill>
                <a:latin typeface="Arial"/>
                <a:ea typeface="Arial"/>
                <a:cs typeface="Arial"/>
                <a:sym typeface="Arial"/>
              </a:rPr>
              <a:t>All,</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A link will be shared via whatsapp and on the QR code sheet to all participants to submit links to your teams GitHub Repos and presentations. Please ensure the settings are public so there is no issues in viewing. Submissions are due at 9AM </a:t>
            </a:r>
            <a:r>
              <a:rPr b="1" lang="en-US" sz="1100">
                <a:solidFill>
                  <a:schemeClr val="dk1"/>
                </a:solidFill>
                <a:latin typeface="Arial"/>
                <a:ea typeface="Arial"/>
                <a:cs typeface="Arial"/>
                <a:sym typeface="Arial"/>
              </a:rPr>
              <a:t>SHARP </a:t>
            </a:r>
            <a:r>
              <a:rPr lang="en-US" sz="1100">
                <a:solidFill>
                  <a:schemeClr val="dk1"/>
                </a:solidFill>
                <a:latin typeface="Arial"/>
                <a:ea typeface="Arial"/>
                <a:cs typeface="Arial"/>
                <a:sym typeface="Arial"/>
              </a:rPr>
              <a:t>on 6/29, this is to ensure fairness to all participants.</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Below is the judging information. Your team will receive a time slot to present on Sunday 6/29.</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Each team will have</a:t>
            </a:r>
            <a:r>
              <a:rPr b="1" lang="en-US" sz="1100">
                <a:solidFill>
                  <a:schemeClr val="dk1"/>
                </a:solidFill>
                <a:latin typeface="Arial"/>
                <a:ea typeface="Arial"/>
                <a:cs typeface="Arial"/>
                <a:sym typeface="Arial"/>
              </a:rPr>
              <a:t> 6 minutes</a:t>
            </a:r>
            <a:r>
              <a:rPr lang="en-US" sz="1100">
                <a:solidFill>
                  <a:schemeClr val="dk1"/>
                </a:solidFill>
                <a:latin typeface="Arial"/>
                <a:ea typeface="Arial"/>
                <a:cs typeface="Arial"/>
                <a:sym typeface="Arial"/>
              </a:rPr>
              <a:t> to present your project, followed by </a:t>
            </a:r>
            <a:r>
              <a:rPr b="1" lang="en-US" sz="1100">
                <a:solidFill>
                  <a:schemeClr val="dk1"/>
                </a:solidFill>
                <a:latin typeface="Arial"/>
                <a:ea typeface="Arial"/>
                <a:cs typeface="Arial"/>
                <a:sym typeface="Arial"/>
              </a:rPr>
              <a:t>2 minutes</a:t>
            </a:r>
            <a:r>
              <a:rPr lang="en-US" sz="1100">
                <a:solidFill>
                  <a:schemeClr val="dk1"/>
                </a:solidFill>
                <a:latin typeface="Arial"/>
                <a:ea typeface="Arial"/>
                <a:cs typeface="Arial"/>
                <a:sym typeface="Arial"/>
              </a:rPr>
              <a:t> of Q&amp;A from Judges, coming to a total of</a:t>
            </a:r>
            <a:r>
              <a:rPr b="1" lang="en-US" sz="1100">
                <a:solidFill>
                  <a:schemeClr val="dk1"/>
                </a:solidFill>
                <a:latin typeface="Arial"/>
                <a:ea typeface="Arial"/>
                <a:cs typeface="Arial"/>
                <a:sym typeface="Arial"/>
              </a:rPr>
              <a:t> 8 minutes. </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Attached is a template to help guide your presentation. </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Here are some things to consider: </a:t>
            </a:r>
            <a:endParaRPr sz="11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latin typeface="Arial"/>
                <a:ea typeface="Arial"/>
                <a:cs typeface="Arial"/>
                <a:sym typeface="Arial"/>
              </a:rPr>
              <a:t>Introduce team members </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Describe your project </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Describe your solution</a:t>
            </a:r>
            <a:endParaRPr sz="1100">
              <a:solidFill>
                <a:schemeClr val="dk1"/>
              </a:solidFill>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Business: What impact on overall business practices could this solution have for the community?</a:t>
            </a:r>
            <a:endParaRPr sz="1100">
              <a:solidFill>
                <a:schemeClr val="dk1"/>
              </a:solidFill>
              <a:latin typeface="Arial"/>
              <a:ea typeface="Arial"/>
              <a:cs typeface="Arial"/>
              <a:sym typeface="Arial"/>
            </a:endParaRPr>
          </a:p>
          <a:p>
            <a:pPr indent="-298450" lvl="2" marL="1371600" rtl="0" algn="l">
              <a:lnSpc>
                <a:spcPct val="115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Monetary, efficiency, ease of use</a:t>
            </a:r>
            <a:endParaRPr sz="1100">
              <a:solidFill>
                <a:schemeClr val="dk1"/>
              </a:solidFill>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Technical </a:t>
            </a:r>
            <a:endParaRPr sz="1100">
              <a:solidFill>
                <a:schemeClr val="dk1"/>
              </a:solidFill>
              <a:latin typeface="Arial"/>
              <a:ea typeface="Arial"/>
              <a:cs typeface="Arial"/>
              <a:sym typeface="Arial"/>
            </a:endParaRPr>
          </a:p>
          <a:p>
            <a:pPr indent="-298450" lvl="2" marL="1371600" rtl="0" algn="l">
              <a:lnSpc>
                <a:spcPct val="115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Benefits of the design</a:t>
            </a:r>
            <a:endParaRPr sz="1100">
              <a:solidFill>
                <a:schemeClr val="dk1"/>
              </a:solidFill>
              <a:latin typeface="Arial"/>
              <a:ea typeface="Arial"/>
              <a:cs typeface="Arial"/>
              <a:sym typeface="Arial"/>
            </a:endParaRPr>
          </a:p>
          <a:p>
            <a:pPr indent="-298450" lvl="3" marL="1828800" rtl="0" algn="l">
              <a:lnSpc>
                <a:spcPct val="115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How does the structure/functions benefit the overall experience </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latin typeface="Arial"/>
                <a:ea typeface="Arial"/>
                <a:cs typeface="Arial"/>
                <a:sym typeface="Arial"/>
              </a:rPr>
              <a:t>Demo/Prototype </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latin typeface="Arial"/>
                <a:ea typeface="Arial"/>
                <a:cs typeface="Arial"/>
                <a:sym typeface="Arial"/>
              </a:rPr>
              <a:t>A committee member will reach out with a time slot.</a:t>
            </a:r>
            <a:endParaRPr sz="1100">
              <a:solidFill>
                <a:schemeClr val="dk1"/>
              </a:solidFill>
              <a:latin typeface="Arial"/>
              <a:ea typeface="Arial"/>
              <a:cs typeface="Arial"/>
              <a:sym typeface="Arial"/>
            </a:endParaRPr>
          </a:p>
          <a:p>
            <a:pPr indent="0" lvl="0" marL="0" rtl="0" algn="l">
              <a:spcBef>
                <a:spcPts val="1200"/>
              </a:spcBef>
              <a:spcAft>
                <a:spcPts val="0"/>
              </a:spcAft>
              <a:buNone/>
            </a:pPr>
            <a:r>
              <a:t/>
            </a:r>
            <a:endParaRPr/>
          </a:p>
        </p:txBody>
      </p:sp>
      <p:sp>
        <p:nvSpPr>
          <p:cNvPr id="141" name="Google Shape;141;p15"/>
          <p:cNvSpPr txBox="1"/>
          <p:nvPr>
            <p:ph idx="2" type="body"/>
          </p:nvPr>
        </p:nvSpPr>
        <p:spPr>
          <a:xfrm>
            <a:off x="365125" y="914400"/>
            <a:ext cx="6437400" cy="2238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365760" y="365127"/>
            <a:ext cx="11460600" cy="38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Rubric</a:t>
            </a:r>
            <a:endParaRPr/>
          </a:p>
        </p:txBody>
      </p:sp>
      <p:sp>
        <p:nvSpPr>
          <p:cNvPr id="148" name="Google Shape;148;p16"/>
          <p:cNvSpPr txBox="1"/>
          <p:nvPr>
            <p:ph idx="1" type="body"/>
          </p:nvPr>
        </p:nvSpPr>
        <p:spPr>
          <a:xfrm>
            <a:off x="365760" y="1455951"/>
            <a:ext cx="11460600" cy="44877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An additional 10 Bonus points will be given to teams that are able to fully deploy a functioning front and backend application.</a:t>
            </a:r>
            <a:endParaRPr/>
          </a:p>
        </p:txBody>
      </p:sp>
      <p:sp>
        <p:nvSpPr>
          <p:cNvPr id="149" name="Google Shape;149;p16"/>
          <p:cNvSpPr txBox="1"/>
          <p:nvPr>
            <p:ph idx="12" type="sldNum"/>
          </p:nvPr>
        </p:nvSpPr>
        <p:spPr>
          <a:xfrm>
            <a:off x="11287760" y="6491339"/>
            <a:ext cx="538500" cy="2769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0" name="Google Shape;150;p16"/>
          <p:cNvSpPr txBox="1"/>
          <p:nvPr>
            <p:ph idx="2" type="body"/>
          </p:nvPr>
        </p:nvSpPr>
        <p:spPr>
          <a:xfrm>
            <a:off x="365125" y="914400"/>
            <a:ext cx="6437400" cy="2238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t/>
            </a:r>
            <a:endParaRPr/>
          </a:p>
        </p:txBody>
      </p:sp>
      <p:pic>
        <p:nvPicPr>
          <p:cNvPr id="151" name="Google Shape;151;p16" title="WhatsApp Image 2025-06-23 at 12.56.17 PM.jpeg"/>
          <p:cNvPicPr preferRelativeResize="0"/>
          <p:nvPr/>
        </p:nvPicPr>
        <p:blipFill>
          <a:blip r:embed="rId3">
            <a:alphaModFix/>
          </a:blip>
          <a:stretch>
            <a:fillRect/>
          </a:stretch>
        </p:blipFill>
        <p:spPr>
          <a:xfrm>
            <a:off x="444400" y="1828704"/>
            <a:ext cx="9547924" cy="3332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365760" y="365127"/>
            <a:ext cx="11460600" cy="38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8" name="Google Shape;158;p17"/>
          <p:cNvSpPr txBox="1"/>
          <p:nvPr>
            <p:ph idx="1" type="body"/>
          </p:nvPr>
        </p:nvSpPr>
        <p:spPr>
          <a:xfrm>
            <a:off x="6" y="3001975"/>
            <a:ext cx="5015100" cy="44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b="1" sz="4000">
              <a:solidFill>
                <a:schemeClr val="dk1"/>
              </a:solidFill>
              <a:latin typeface="Arial"/>
              <a:ea typeface="Arial"/>
              <a:cs typeface="Arial"/>
              <a:sym typeface="Arial"/>
            </a:endParaRPr>
          </a:p>
          <a:p>
            <a:pPr indent="0" lvl="0" marL="0" rtl="0" algn="l">
              <a:spcBef>
                <a:spcPts val="0"/>
              </a:spcBef>
              <a:spcAft>
                <a:spcPts val="0"/>
              </a:spcAft>
              <a:buNone/>
            </a:pPr>
            <a:r>
              <a:t/>
            </a:r>
            <a:endParaRPr b="1" sz="4000">
              <a:solidFill>
                <a:schemeClr val="dk1"/>
              </a:solidFill>
              <a:latin typeface="Arial"/>
              <a:ea typeface="Arial"/>
              <a:cs typeface="Arial"/>
              <a:sym typeface="Arial"/>
            </a:endParaRPr>
          </a:p>
          <a:p>
            <a:pPr indent="0" lvl="0" marL="0" rtl="0" algn="l">
              <a:spcBef>
                <a:spcPts val="0"/>
              </a:spcBef>
              <a:spcAft>
                <a:spcPts val="0"/>
              </a:spcAft>
              <a:buClr>
                <a:schemeClr val="dk1"/>
              </a:buClr>
              <a:buSzPts val="4000"/>
              <a:buFont typeface="Arial"/>
              <a:buNone/>
            </a:pPr>
            <a:r>
              <a:rPr b="1" lang="en-US" sz="4000">
                <a:solidFill>
                  <a:schemeClr val="dk1"/>
                </a:solidFill>
                <a:latin typeface="Arial"/>
                <a:ea typeface="Arial"/>
                <a:cs typeface="Arial"/>
                <a:sym typeface="Arial"/>
              </a:rPr>
              <a:t>Presentation Title + team name + team members</a:t>
            </a:r>
            <a:endParaRPr/>
          </a:p>
        </p:txBody>
      </p:sp>
      <p:sp>
        <p:nvSpPr>
          <p:cNvPr id="159" name="Google Shape;159;p17"/>
          <p:cNvSpPr txBox="1"/>
          <p:nvPr>
            <p:ph idx="12" type="sldNum"/>
          </p:nvPr>
        </p:nvSpPr>
        <p:spPr>
          <a:xfrm>
            <a:off x="11287760" y="6491339"/>
            <a:ext cx="538500" cy="2769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0" name="Google Shape;160;p17"/>
          <p:cNvSpPr txBox="1"/>
          <p:nvPr>
            <p:ph idx="2" type="body"/>
          </p:nvPr>
        </p:nvSpPr>
        <p:spPr>
          <a:xfrm>
            <a:off x="365125" y="914400"/>
            <a:ext cx="6437400" cy="2238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365760" y="365127"/>
            <a:ext cx="11460600" cy="383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US" sz="2667">
                <a:solidFill>
                  <a:schemeClr val="dk1"/>
                </a:solidFill>
                <a:latin typeface="Arial"/>
                <a:ea typeface="Arial"/>
                <a:cs typeface="Arial"/>
                <a:sym typeface="Arial"/>
              </a:rPr>
              <a:t>Agenda</a:t>
            </a:r>
            <a:endParaRPr b="0"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
        <p:nvSpPr>
          <p:cNvPr id="167" name="Google Shape;167;p18"/>
          <p:cNvSpPr txBox="1"/>
          <p:nvPr>
            <p:ph idx="1" type="body"/>
          </p:nvPr>
        </p:nvSpPr>
        <p:spPr>
          <a:xfrm>
            <a:off x="233635" y="1570926"/>
            <a:ext cx="11460600" cy="44877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Introductions </a:t>
            </a:r>
            <a:endParaRPr sz="1400">
              <a:solidFill>
                <a:srgbClr val="000000"/>
              </a:solidFill>
              <a:latin typeface="Arial"/>
              <a:ea typeface="Arial"/>
              <a:cs typeface="Arial"/>
              <a:sym typeface="Arial"/>
            </a:endParaRPr>
          </a:p>
          <a:p>
            <a:pPr indent="0" lvl="0" marL="0" rtl="0" algn="l">
              <a:lnSpc>
                <a:spcPct val="200000"/>
              </a:lnSpc>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Project Summary</a:t>
            </a:r>
            <a:endParaRPr sz="1400">
              <a:solidFill>
                <a:srgbClr val="000000"/>
              </a:solidFill>
              <a:latin typeface="Arial"/>
              <a:ea typeface="Arial"/>
              <a:cs typeface="Arial"/>
              <a:sym typeface="Arial"/>
            </a:endParaRPr>
          </a:p>
          <a:p>
            <a:pPr indent="0" lvl="0" marL="0" rtl="0" algn="l">
              <a:lnSpc>
                <a:spcPct val="200000"/>
              </a:lnSpc>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Technical Value</a:t>
            </a:r>
            <a:endParaRPr sz="1400">
              <a:solidFill>
                <a:srgbClr val="000000"/>
              </a:solidFill>
              <a:latin typeface="Arial"/>
              <a:ea typeface="Arial"/>
              <a:cs typeface="Arial"/>
              <a:sym typeface="Arial"/>
            </a:endParaRPr>
          </a:p>
          <a:p>
            <a:pPr indent="0" lvl="0" marL="0" rtl="0" algn="l">
              <a:lnSpc>
                <a:spcPct val="200000"/>
              </a:lnSpc>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Business/Community Value </a:t>
            </a:r>
            <a:endParaRPr sz="1400">
              <a:solidFill>
                <a:srgbClr val="000000"/>
              </a:solidFill>
              <a:latin typeface="Arial"/>
              <a:ea typeface="Arial"/>
              <a:cs typeface="Arial"/>
              <a:sym typeface="Arial"/>
            </a:endParaRPr>
          </a:p>
          <a:p>
            <a:pPr indent="0" lvl="0" marL="0" rtl="0" algn="l">
              <a:lnSpc>
                <a:spcPct val="200000"/>
              </a:lnSpc>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Demonstration</a:t>
            </a:r>
            <a:endParaRPr sz="1400">
              <a:solidFill>
                <a:srgbClr val="000000"/>
              </a:solidFill>
              <a:latin typeface="Arial"/>
              <a:ea typeface="Arial"/>
              <a:cs typeface="Arial"/>
              <a:sym typeface="Arial"/>
            </a:endParaRPr>
          </a:p>
          <a:p>
            <a:pPr indent="0" lvl="0" marL="0" rtl="0" algn="l">
              <a:lnSpc>
                <a:spcPct val="200000"/>
              </a:lnSpc>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Q&amp;A</a:t>
            </a:r>
            <a:endParaRPr sz="1400">
              <a:solidFill>
                <a:srgbClr val="000000"/>
              </a:solidFill>
              <a:latin typeface="Arial"/>
              <a:ea typeface="Arial"/>
              <a:cs typeface="Arial"/>
              <a:sym typeface="Arial"/>
            </a:endParaRPr>
          </a:p>
          <a:p>
            <a:pPr indent="0" lvl="0" marL="0" rtl="0" algn="l">
              <a:spcBef>
                <a:spcPts val="1000"/>
              </a:spcBef>
              <a:spcAft>
                <a:spcPts val="0"/>
              </a:spcAft>
              <a:buNone/>
            </a:pPr>
            <a:r>
              <a:t/>
            </a:r>
            <a:endParaRPr/>
          </a:p>
        </p:txBody>
      </p:sp>
      <p:sp>
        <p:nvSpPr>
          <p:cNvPr id="168" name="Google Shape;168;p18"/>
          <p:cNvSpPr txBox="1"/>
          <p:nvPr>
            <p:ph idx="12" type="sldNum"/>
          </p:nvPr>
        </p:nvSpPr>
        <p:spPr>
          <a:xfrm>
            <a:off x="11287760" y="6491339"/>
            <a:ext cx="538500" cy="2769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9" name="Google Shape;169;p18"/>
          <p:cNvSpPr txBox="1"/>
          <p:nvPr>
            <p:ph idx="2" type="body"/>
          </p:nvPr>
        </p:nvSpPr>
        <p:spPr>
          <a:xfrm>
            <a:off x="365125" y="914400"/>
            <a:ext cx="6437400" cy="2238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365760" y="365127"/>
            <a:ext cx="11460480" cy="38377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555"/>
              </a:buClr>
              <a:buSzPts val="2200"/>
              <a:buFont typeface="Verdana"/>
              <a:buNone/>
            </a:pPr>
            <a:r>
              <a:rPr lang="en-US"/>
              <a:t>Project Summary </a:t>
            </a:r>
            <a:endParaRPr/>
          </a:p>
        </p:txBody>
      </p:sp>
      <p:sp>
        <p:nvSpPr>
          <p:cNvPr id="175" name="Google Shape;175;p19"/>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p>
            <a:pPr indent="-285750" lvl="0" marL="285750" rtl="0" algn="l">
              <a:lnSpc>
                <a:spcPct val="100000"/>
              </a:lnSpc>
              <a:spcBef>
                <a:spcPts val="0"/>
              </a:spcBef>
              <a:spcAft>
                <a:spcPts val="0"/>
              </a:spcAft>
              <a:buClr>
                <a:schemeClr val="accent4"/>
              </a:buClr>
              <a:buSzPts val="1800"/>
              <a:buFont typeface="Arial"/>
              <a:buChar char="•"/>
            </a:pPr>
            <a:r>
              <a:rPr b="1" lang="en-US">
                <a:solidFill>
                  <a:schemeClr val="accent4"/>
                </a:solidFill>
              </a:rPr>
              <a:t>Overview </a:t>
            </a:r>
            <a:endParaRPr/>
          </a:p>
          <a:p>
            <a:pPr indent="-285750" lvl="1" marL="489347" rtl="0" algn="l">
              <a:lnSpc>
                <a:spcPct val="100000"/>
              </a:lnSpc>
              <a:spcBef>
                <a:spcPts val="1000"/>
              </a:spcBef>
              <a:spcAft>
                <a:spcPts val="0"/>
              </a:spcAft>
              <a:buSzPts val="1600"/>
              <a:buChar char="•"/>
            </a:pPr>
            <a:r>
              <a:rPr lang="en-US"/>
              <a:t>Things to consider writing/answering: </a:t>
            </a:r>
            <a:endParaRPr/>
          </a:p>
          <a:p>
            <a:pPr indent="-285750" lvl="2" marL="715566" rtl="0" algn="l">
              <a:lnSpc>
                <a:spcPct val="100000"/>
              </a:lnSpc>
              <a:spcBef>
                <a:spcPts val="1000"/>
              </a:spcBef>
              <a:spcAft>
                <a:spcPts val="0"/>
              </a:spcAft>
              <a:buSzPts val="1400"/>
              <a:buChar char="o"/>
            </a:pPr>
            <a:r>
              <a:rPr lang="en-US"/>
              <a:t>What problem are you trying to solve?</a:t>
            </a:r>
            <a:endParaRPr/>
          </a:p>
          <a:p>
            <a:pPr indent="-285750" lvl="2" marL="715566" rtl="0" algn="l">
              <a:lnSpc>
                <a:spcPct val="100000"/>
              </a:lnSpc>
              <a:spcBef>
                <a:spcPts val="1000"/>
              </a:spcBef>
              <a:spcAft>
                <a:spcPts val="0"/>
              </a:spcAft>
              <a:buSzPts val="1400"/>
              <a:buChar char="o"/>
            </a:pPr>
            <a:r>
              <a:rPr lang="en-US"/>
              <a:t>What project category does it fall under</a:t>
            </a:r>
            <a:endParaRPr/>
          </a:p>
          <a:p>
            <a:pPr indent="-285750" lvl="2" marL="715566" rtl="0" algn="l">
              <a:lnSpc>
                <a:spcPct val="100000"/>
              </a:lnSpc>
              <a:spcBef>
                <a:spcPts val="1000"/>
              </a:spcBef>
              <a:spcAft>
                <a:spcPts val="0"/>
              </a:spcAft>
              <a:buSzPts val="1400"/>
              <a:buChar char="o"/>
            </a:pPr>
            <a:r>
              <a:rPr lang="en-US"/>
              <a:t>How will this impact the community, mosque or everyday life of people you are creating this solution for</a:t>
            </a:r>
            <a:endParaRPr/>
          </a:p>
          <a:p>
            <a:pPr indent="-285750" lvl="2" marL="715566" rtl="0" algn="l">
              <a:lnSpc>
                <a:spcPct val="100000"/>
              </a:lnSpc>
              <a:spcBef>
                <a:spcPts val="1000"/>
              </a:spcBef>
              <a:spcAft>
                <a:spcPts val="0"/>
              </a:spcAft>
              <a:buSzPts val="1400"/>
              <a:buChar char="o"/>
            </a:pPr>
            <a:r>
              <a:rPr lang="en-US"/>
              <a:t>Is this a hackDI problem statement or other and why did you choose this? </a:t>
            </a:r>
            <a:endParaRPr/>
          </a:p>
          <a:p>
            <a:pPr indent="-184150" lvl="1" marL="489347" rtl="0" algn="l">
              <a:lnSpc>
                <a:spcPct val="100000"/>
              </a:lnSpc>
              <a:spcBef>
                <a:spcPts val="1000"/>
              </a:spcBef>
              <a:spcAft>
                <a:spcPts val="0"/>
              </a:spcAft>
              <a:buSzPts val="1600"/>
              <a:buNone/>
            </a:pPr>
            <a:r>
              <a:t/>
            </a:r>
            <a:endParaRPr/>
          </a:p>
          <a:p>
            <a:pPr indent="-196850" lvl="2" marL="715566" rtl="0" algn="l">
              <a:lnSpc>
                <a:spcPct val="100000"/>
              </a:lnSpc>
              <a:spcBef>
                <a:spcPts val="1000"/>
              </a:spcBef>
              <a:spcAft>
                <a:spcPts val="0"/>
              </a:spcAft>
              <a:buSzPts val="1400"/>
              <a:buNone/>
            </a:pPr>
            <a:r>
              <a:t/>
            </a:r>
            <a:endParaRPr/>
          </a:p>
          <a:p>
            <a:pPr indent="-196850" lvl="2" marL="715566" rtl="0" algn="l">
              <a:lnSpc>
                <a:spcPct val="100000"/>
              </a:lnSpc>
              <a:spcBef>
                <a:spcPts val="1000"/>
              </a:spcBef>
              <a:spcAft>
                <a:spcPts val="0"/>
              </a:spcAft>
              <a:buSzPts val="1400"/>
              <a:buNone/>
            </a:pPr>
            <a:r>
              <a:t/>
            </a:r>
            <a:endParaRPr/>
          </a:p>
        </p:txBody>
      </p:sp>
      <p:sp>
        <p:nvSpPr>
          <p:cNvPr id="176" name="Google Shape;176;p19"/>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t>6/27/2025</a:t>
            </a:r>
            <a:endParaRPr/>
          </a:p>
        </p:txBody>
      </p:sp>
      <p:sp>
        <p:nvSpPr>
          <p:cNvPr id="177" name="Google Shape;177;p19"/>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8" name="Google Shape;178;p19"/>
          <p:cNvSpPr txBox="1"/>
          <p:nvPr>
            <p:ph idx="4294967295" type="body"/>
          </p:nvPr>
        </p:nvSpPr>
        <p:spPr>
          <a:xfrm>
            <a:off x="365125" y="914400"/>
            <a:ext cx="6437313" cy="22383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1800"/>
              <a:buNone/>
            </a:pPr>
            <a:r>
              <a:rPr lang="en-US"/>
              <a:t>Outline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365760" y="365125"/>
            <a:ext cx="11460480" cy="94183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555"/>
              </a:buClr>
              <a:buSzPts val="2200"/>
              <a:buFont typeface="Verdana"/>
              <a:buNone/>
            </a:pPr>
            <a:r>
              <a:rPr lang="en-US"/>
              <a:t>Solution </a:t>
            </a:r>
            <a:endParaRPr/>
          </a:p>
        </p:txBody>
      </p:sp>
      <p:sp>
        <p:nvSpPr>
          <p:cNvPr id="184" name="Google Shape;184;p20"/>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t>6/27/2025</a:t>
            </a:r>
            <a:endParaRPr/>
          </a:p>
        </p:txBody>
      </p:sp>
      <p:sp>
        <p:nvSpPr>
          <p:cNvPr id="185" name="Google Shape;185;p20"/>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86" name="Google Shape;186;p20"/>
          <p:cNvSpPr txBox="1"/>
          <p:nvPr/>
        </p:nvSpPr>
        <p:spPr>
          <a:xfrm>
            <a:off x="365760" y="1554253"/>
            <a:ext cx="5654040" cy="44881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2000"/>
              <a:buFont typeface="Arial"/>
              <a:buNone/>
            </a:pPr>
            <a:r>
              <a:t/>
            </a:r>
            <a:endParaRPr sz="2000" cap="none">
              <a:solidFill>
                <a:schemeClr val="dk2"/>
              </a:solidFill>
              <a:latin typeface="Verdana"/>
              <a:ea typeface="Verdana"/>
              <a:cs typeface="Verdana"/>
              <a:sym typeface="Verdana"/>
            </a:endParaRPr>
          </a:p>
        </p:txBody>
      </p:sp>
      <p:sp>
        <p:nvSpPr>
          <p:cNvPr id="187" name="Google Shape;187;p20"/>
          <p:cNvSpPr txBox="1"/>
          <p:nvPr/>
        </p:nvSpPr>
        <p:spPr>
          <a:xfrm>
            <a:off x="365125" y="914400"/>
            <a:ext cx="6437313" cy="2238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lang="en-US" sz="1800" cap="none">
                <a:solidFill>
                  <a:schemeClr val="dk2"/>
                </a:solidFill>
                <a:latin typeface="Verdana"/>
                <a:ea typeface="Verdana"/>
                <a:cs typeface="Verdana"/>
                <a:sym typeface="Verdana"/>
              </a:rPr>
              <a:t>Technical </a:t>
            </a:r>
            <a:endParaRPr/>
          </a:p>
        </p:txBody>
      </p:sp>
      <p:sp>
        <p:nvSpPr>
          <p:cNvPr id="188" name="Google Shape;188;p20"/>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p>
            <a:pPr indent="-285750" lvl="2" marL="715566" rtl="0" algn="l">
              <a:lnSpc>
                <a:spcPct val="100000"/>
              </a:lnSpc>
              <a:spcBef>
                <a:spcPts val="0"/>
              </a:spcBef>
              <a:spcAft>
                <a:spcPts val="0"/>
              </a:spcAft>
              <a:buSzPts val="1600"/>
              <a:buChar char="o"/>
            </a:pPr>
            <a:r>
              <a:rPr lang="en-US"/>
              <a:t>How does the system outperform pre-existing systems (if others exist)?</a:t>
            </a:r>
            <a:endParaRPr/>
          </a:p>
          <a:p>
            <a:pPr indent="-285750" lvl="2" marL="715566" rtl="0" algn="l">
              <a:lnSpc>
                <a:spcPct val="100000"/>
              </a:lnSpc>
              <a:spcBef>
                <a:spcPts val="1000"/>
              </a:spcBef>
              <a:spcAft>
                <a:spcPts val="0"/>
              </a:spcAft>
              <a:buSzPts val="1600"/>
              <a:buChar char="o"/>
            </a:pPr>
            <a:r>
              <a:rPr lang="en-US"/>
              <a:t>Does this solve additional problems outside the current defined project summary?</a:t>
            </a:r>
            <a:endParaRPr/>
          </a:p>
          <a:p>
            <a:pPr indent="-285750" lvl="2" marL="715566" rtl="0" algn="l">
              <a:lnSpc>
                <a:spcPct val="100000"/>
              </a:lnSpc>
              <a:spcBef>
                <a:spcPts val="1000"/>
              </a:spcBef>
              <a:spcAft>
                <a:spcPts val="0"/>
              </a:spcAft>
              <a:buSzPts val="1600"/>
              <a:buChar char="o"/>
            </a:pPr>
            <a:r>
              <a:rPr lang="en-US"/>
              <a:t>Benefits of the design</a:t>
            </a:r>
            <a:endParaRPr/>
          </a:p>
          <a:p>
            <a:pPr indent="-285750" lvl="3" marL="931069" rtl="0" algn="l">
              <a:lnSpc>
                <a:spcPct val="100000"/>
              </a:lnSpc>
              <a:spcBef>
                <a:spcPts val="1000"/>
              </a:spcBef>
              <a:spcAft>
                <a:spcPts val="0"/>
              </a:spcAft>
              <a:buSzPts val="1400"/>
              <a:buChar char="▪"/>
            </a:pPr>
            <a:r>
              <a:rPr lang="en-US"/>
              <a:t>How does the structure/functions benefit the overall experience </a:t>
            </a:r>
            <a:endParaRPr/>
          </a:p>
          <a:p>
            <a:pPr indent="-184150" lvl="2" marL="715566" rtl="0" algn="l">
              <a:lnSpc>
                <a:spcPct val="100000"/>
              </a:lnSpc>
              <a:spcBef>
                <a:spcPts val="1000"/>
              </a:spcBef>
              <a:spcAft>
                <a:spcPts val="0"/>
              </a:spcAft>
              <a:buSzPts val="1600"/>
              <a:buNone/>
            </a:pPr>
            <a:r>
              <a:t/>
            </a:r>
            <a:endParaRPr/>
          </a:p>
          <a:p>
            <a:pPr indent="-184150" lvl="2" marL="715566" rtl="0" algn="l">
              <a:lnSpc>
                <a:spcPct val="100000"/>
              </a:lnSpc>
              <a:spcBef>
                <a:spcPts val="1000"/>
              </a:spcBef>
              <a:spcAft>
                <a:spcPts val="0"/>
              </a:spcAft>
              <a:buSzPts val="1600"/>
              <a:buNone/>
            </a:pPr>
            <a:r>
              <a:t/>
            </a:r>
            <a:endParaRPr/>
          </a:p>
          <a:p>
            <a:pPr indent="-184150" lvl="2" marL="715566" rtl="0" algn="l">
              <a:lnSpc>
                <a:spcPct val="100000"/>
              </a:lnSpc>
              <a:spcBef>
                <a:spcPts val="1000"/>
              </a:spcBef>
              <a:spcAft>
                <a:spcPts val="0"/>
              </a:spcAft>
              <a:buSzPts val="1600"/>
              <a:buNone/>
            </a:pPr>
            <a:r>
              <a:t/>
            </a:r>
            <a:endParaRPr/>
          </a:p>
          <a:p>
            <a:pPr indent="-171450" lvl="1" marL="489347" rtl="0" algn="l">
              <a:lnSpc>
                <a:spcPct val="100000"/>
              </a:lnSpc>
              <a:spcBef>
                <a:spcPts val="1000"/>
              </a:spcBef>
              <a:spcAft>
                <a:spcPts val="0"/>
              </a:spcAft>
              <a:buSzPts val="1800"/>
              <a:buNone/>
            </a:pPr>
            <a:r>
              <a:t/>
            </a:r>
            <a:endParaRPr/>
          </a:p>
          <a:p>
            <a:pPr indent="-184150" lvl="2" marL="715566" rtl="0" algn="l">
              <a:lnSpc>
                <a:spcPct val="100000"/>
              </a:lnSpc>
              <a:spcBef>
                <a:spcPts val="1000"/>
              </a:spcBef>
              <a:spcAft>
                <a:spcPts val="0"/>
              </a:spcAft>
              <a:buSzPts val="1600"/>
              <a:buNone/>
            </a:pPr>
            <a:r>
              <a:t/>
            </a:r>
            <a:endParaRPr/>
          </a:p>
          <a:p>
            <a:pPr indent="-184150" lvl="2" marL="715566" rtl="0" algn="l">
              <a:lnSpc>
                <a:spcPct val="100000"/>
              </a:lnSpc>
              <a:spcBef>
                <a:spcPts val="1000"/>
              </a:spcBef>
              <a:spcAft>
                <a:spcPts val="0"/>
              </a:spcAft>
              <a:buSzPts val="16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ph idx="12" type="sldNum"/>
          </p:nvPr>
        </p:nvSpPr>
        <p:spPr>
          <a:xfrm>
            <a:off x="11287760" y="6491339"/>
            <a:ext cx="538500" cy="2769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95" name="Google Shape;195;p21"/>
          <p:cNvSpPr txBox="1"/>
          <p:nvPr>
            <p:ph type="title"/>
          </p:nvPr>
        </p:nvSpPr>
        <p:spPr>
          <a:xfrm>
            <a:off x="365760" y="365127"/>
            <a:ext cx="11460600" cy="38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sz="2667">
                <a:solidFill>
                  <a:schemeClr val="dk1"/>
                </a:solidFill>
                <a:latin typeface="Arial"/>
                <a:ea typeface="Arial"/>
                <a:cs typeface="Arial"/>
                <a:sym typeface="Arial"/>
              </a:rPr>
              <a:t>Sample Workflow slide</a:t>
            </a:r>
            <a:endParaRPr b="0"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grpSp>
        <p:nvGrpSpPr>
          <p:cNvPr id="196" name="Google Shape;196;p21"/>
          <p:cNvGrpSpPr/>
          <p:nvPr/>
        </p:nvGrpSpPr>
        <p:grpSpPr>
          <a:xfrm>
            <a:off x="1476228" y="1360875"/>
            <a:ext cx="8278086" cy="5172252"/>
            <a:chOff x="1423454" y="742890"/>
            <a:chExt cx="9025388" cy="5889606"/>
          </a:xfrm>
        </p:grpSpPr>
        <p:grpSp>
          <p:nvGrpSpPr>
            <p:cNvPr id="197" name="Google Shape;197;p21"/>
            <p:cNvGrpSpPr/>
            <p:nvPr/>
          </p:nvGrpSpPr>
          <p:grpSpPr>
            <a:xfrm>
              <a:off x="1423454" y="742890"/>
              <a:ext cx="9025388" cy="5889606"/>
              <a:chOff x="1423454" y="742890"/>
              <a:chExt cx="9025388" cy="5889606"/>
            </a:xfrm>
          </p:grpSpPr>
          <p:grpSp>
            <p:nvGrpSpPr>
              <p:cNvPr id="198" name="Google Shape;198;p21"/>
              <p:cNvGrpSpPr/>
              <p:nvPr/>
            </p:nvGrpSpPr>
            <p:grpSpPr>
              <a:xfrm>
                <a:off x="1423454" y="1026265"/>
                <a:ext cx="9025388" cy="5606231"/>
                <a:chOff x="1382251" y="1155574"/>
                <a:chExt cx="9025388" cy="5606231"/>
              </a:xfrm>
            </p:grpSpPr>
            <p:grpSp>
              <p:nvGrpSpPr>
                <p:cNvPr id="199" name="Google Shape;199;p21"/>
                <p:cNvGrpSpPr/>
                <p:nvPr/>
              </p:nvGrpSpPr>
              <p:grpSpPr>
                <a:xfrm>
                  <a:off x="1382251" y="1155574"/>
                  <a:ext cx="9025388" cy="5606231"/>
                  <a:chOff x="1382251" y="1155574"/>
                  <a:chExt cx="9025388" cy="5606231"/>
                </a:xfrm>
              </p:grpSpPr>
              <p:sp>
                <p:nvSpPr>
                  <p:cNvPr id="200" name="Google Shape;200;p21"/>
                  <p:cNvSpPr txBox="1"/>
                  <p:nvPr/>
                </p:nvSpPr>
                <p:spPr>
                  <a:xfrm>
                    <a:off x="3811353" y="2083929"/>
                    <a:ext cx="1285200" cy="297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BACK-END API</a:t>
                    </a:r>
                    <a:endParaRPr/>
                  </a:p>
                </p:txBody>
              </p:sp>
              <p:sp>
                <p:nvSpPr>
                  <p:cNvPr id="201" name="Google Shape;201;p21"/>
                  <p:cNvSpPr txBox="1"/>
                  <p:nvPr/>
                </p:nvSpPr>
                <p:spPr>
                  <a:xfrm>
                    <a:off x="6734943" y="2069796"/>
                    <a:ext cx="1285200" cy="297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AZURE OPENAI</a:t>
                    </a:r>
                    <a:endParaRPr/>
                  </a:p>
                </p:txBody>
              </p:sp>
              <p:grpSp>
                <p:nvGrpSpPr>
                  <p:cNvPr id="202" name="Google Shape;202;p21"/>
                  <p:cNvGrpSpPr/>
                  <p:nvPr/>
                </p:nvGrpSpPr>
                <p:grpSpPr>
                  <a:xfrm>
                    <a:off x="1382251" y="1155574"/>
                    <a:ext cx="9025388" cy="5606231"/>
                    <a:chOff x="1382251" y="1155574"/>
                    <a:chExt cx="9025388" cy="5606231"/>
                  </a:xfrm>
                </p:grpSpPr>
                <p:sp>
                  <p:nvSpPr>
                    <p:cNvPr id="203" name="Google Shape;203;p21"/>
                    <p:cNvSpPr txBox="1"/>
                    <p:nvPr/>
                  </p:nvSpPr>
                  <p:spPr>
                    <a:xfrm>
                      <a:off x="1382251" y="2088913"/>
                      <a:ext cx="1285200" cy="49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 CLAIMS </a:t>
                      </a:r>
                      <a:endParaRPr/>
                    </a:p>
                    <a:p>
                      <a:pPr indent="0" lvl="0" marL="0" marR="0" rtl="0" algn="ctr">
                        <a:spcBef>
                          <a:spcPts val="0"/>
                        </a:spcBef>
                        <a:spcAft>
                          <a:spcPts val="0"/>
                        </a:spcAft>
                        <a:buNone/>
                      </a:pPr>
                      <a:r>
                        <a:rPr lang="en-US" sz="1100">
                          <a:solidFill>
                            <a:schemeClr val="dk1"/>
                          </a:solidFill>
                          <a:latin typeface="Calibri"/>
                          <a:ea typeface="Calibri"/>
                          <a:cs typeface="Calibri"/>
                          <a:sym typeface="Calibri"/>
                        </a:rPr>
                        <a:t>SMART TUTOR</a:t>
                      </a:r>
                      <a:endParaRPr/>
                    </a:p>
                  </p:txBody>
                </p:sp>
                <p:grpSp>
                  <p:nvGrpSpPr>
                    <p:cNvPr id="204" name="Google Shape;204;p21"/>
                    <p:cNvGrpSpPr/>
                    <p:nvPr/>
                  </p:nvGrpSpPr>
                  <p:grpSpPr>
                    <a:xfrm>
                      <a:off x="1382251" y="1155574"/>
                      <a:ext cx="9025388" cy="5606231"/>
                      <a:chOff x="1382251" y="1155574"/>
                      <a:chExt cx="9025388" cy="5606231"/>
                    </a:xfrm>
                  </p:grpSpPr>
                  <p:grpSp>
                    <p:nvGrpSpPr>
                      <p:cNvPr id="205" name="Google Shape;205;p21"/>
                      <p:cNvGrpSpPr/>
                      <p:nvPr/>
                    </p:nvGrpSpPr>
                    <p:grpSpPr>
                      <a:xfrm>
                        <a:off x="1464626" y="1155574"/>
                        <a:ext cx="8943013" cy="4922708"/>
                        <a:chOff x="1505528" y="1063133"/>
                        <a:chExt cx="7801634" cy="4294432"/>
                      </a:xfrm>
                    </p:grpSpPr>
                    <p:pic>
                      <p:nvPicPr>
                        <p:cNvPr descr="Laptop Icon Google Slides Theme And Powerpoint Template - Slidesdocs" id="206" name="Google Shape;206;p21"/>
                        <p:cNvPicPr preferRelativeResize="0"/>
                        <p:nvPr/>
                      </p:nvPicPr>
                      <p:blipFill rotWithShape="1">
                        <a:blip r:embed="rId3">
                          <a:alphaModFix/>
                        </a:blip>
                        <a:srcRect b="29395" l="23942" r="31613" t="2904"/>
                        <a:stretch/>
                      </p:blipFill>
                      <p:spPr>
                        <a:xfrm>
                          <a:off x="1505528" y="1063134"/>
                          <a:ext cx="977414" cy="837463"/>
                        </a:xfrm>
                        <a:prstGeom prst="rect">
                          <a:avLst/>
                        </a:prstGeom>
                        <a:noFill/>
                        <a:ln>
                          <a:noFill/>
                        </a:ln>
                      </p:spPr>
                    </p:pic>
                    <p:pic>
                      <p:nvPicPr>
                        <p:cNvPr descr="Api - Free computer icons" id="207" name="Google Shape;207;p21"/>
                        <p:cNvPicPr preferRelativeResize="0"/>
                        <p:nvPr/>
                      </p:nvPicPr>
                      <p:blipFill rotWithShape="1">
                        <a:blip r:embed="rId4">
                          <a:alphaModFix/>
                        </a:blip>
                        <a:srcRect b="0" l="0" r="0" t="0"/>
                        <a:stretch/>
                      </p:blipFill>
                      <p:spPr>
                        <a:xfrm>
                          <a:off x="3694545" y="1063133"/>
                          <a:ext cx="837464" cy="837464"/>
                        </a:xfrm>
                        <a:prstGeom prst="rect">
                          <a:avLst/>
                        </a:prstGeom>
                        <a:noFill/>
                        <a:ln>
                          <a:noFill/>
                        </a:ln>
                      </p:spPr>
                    </p:pic>
                    <p:grpSp>
                      <p:nvGrpSpPr>
                        <p:cNvPr id="208" name="Google Shape;208;p21"/>
                        <p:cNvGrpSpPr/>
                        <p:nvPr/>
                      </p:nvGrpSpPr>
                      <p:grpSpPr>
                        <a:xfrm>
                          <a:off x="6051897" y="1133649"/>
                          <a:ext cx="1226393" cy="701544"/>
                          <a:chOff x="6051868" y="944040"/>
                          <a:chExt cx="1575733" cy="837464"/>
                        </a:xfrm>
                      </p:grpSpPr>
                      <p:pic>
                        <p:nvPicPr>
                          <p:cNvPr descr="How to Download Microsoft Azure Architecture Icons? - Power Community" id="209" name="Google Shape;209;p21"/>
                          <p:cNvPicPr preferRelativeResize="0"/>
                          <p:nvPr/>
                        </p:nvPicPr>
                        <p:blipFill rotWithShape="1">
                          <a:blip r:embed="rId5">
                            <a:alphaModFix/>
                          </a:blip>
                          <a:srcRect b="0" l="0" r="0" t="0"/>
                          <a:stretch/>
                        </p:blipFill>
                        <p:spPr>
                          <a:xfrm>
                            <a:off x="6051868" y="944040"/>
                            <a:ext cx="837464" cy="837464"/>
                          </a:xfrm>
                          <a:prstGeom prst="rect">
                            <a:avLst/>
                          </a:prstGeom>
                          <a:noFill/>
                          <a:ln>
                            <a:noFill/>
                          </a:ln>
                        </p:spPr>
                      </p:pic>
                      <p:pic>
                        <p:nvPicPr>
                          <p:cNvPr descr="openai&quot; Icon - Download for free – Iconduck" id="210" name="Google Shape;210;p21"/>
                          <p:cNvPicPr preferRelativeResize="0"/>
                          <p:nvPr/>
                        </p:nvPicPr>
                        <p:blipFill rotWithShape="1">
                          <a:blip r:embed="rId6">
                            <a:alphaModFix/>
                          </a:blip>
                          <a:srcRect b="0" l="0" r="0" t="0"/>
                          <a:stretch/>
                        </p:blipFill>
                        <p:spPr>
                          <a:xfrm>
                            <a:off x="6963223" y="1035756"/>
                            <a:ext cx="664378" cy="673265"/>
                          </a:xfrm>
                          <a:prstGeom prst="rect">
                            <a:avLst/>
                          </a:prstGeom>
                          <a:noFill/>
                          <a:ln>
                            <a:noFill/>
                          </a:ln>
                        </p:spPr>
                      </p:pic>
                    </p:grpSp>
                    <p:pic>
                      <p:nvPicPr>
                        <p:cNvPr descr="Consumer Negative Feedback Monotone Icon In Powerpoint Pptx Png And  Editable Eps Format" id="211" name="Google Shape;211;p21"/>
                        <p:cNvPicPr preferRelativeResize="0"/>
                        <p:nvPr/>
                      </p:nvPicPr>
                      <p:blipFill rotWithShape="1">
                        <a:blip r:embed="rId7">
                          <a:alphaModFix/>
                        </a:blip>
                        <a:srcRect b="11923" l="26817" r="26970" t="22314"/>
                        <a:stretch/>
                      </p:blipFill>
                      <p:spPr>
                        <a:xfrm>
                          <a:off x="1505528" y="4536937"/>
                          <a:ext cx="977416" cy="782414"/>
                        </a:xfrm>
                        <a:prstGeom prst="rect">
                          <a:avLst/>
                        </a:prstGeom>
                        <a:noFill/>
                        <a:ln>
                          <a:noFill/>
                        </a:ln>
                      </p:spPr>
                    </p:pic>
                    <p:pic>
                      <p:nvPicPr>
                        <p:cNvPr descr="Download Office Forms (Microsoft Forms) Logo in SVG Vector or PNG File  Format - Logo.wine" id="212" name="Google Shape;212;p21"/>
                        <p:cNvPicPr preferRelativeResize="0"/>
                        <p:nvPr/>
                      </p:nvPicPr>
                      <p:blipFill rotWithShape="1">
                        <a:blip r:embed="rId8">
                          <a:alphaModFix/>
                        </a:blip>
                        <a:srcRect b="11915" l="20369" r="20143" t="11316"/>
                        <a:stretch/>
                      </p:blipFill>
                      <p:spPr>
                        <a:xfrm>
                          <a:off x="3267848" y="4499991"/>
                          <a:ext cx="977414" cy="840853"/>
                        </a:xfrm>
                        <a:prstGeom prst="rect">
                          <a:avLst/>
                        </a:prstGeom>
                        <a:noFill/>
                        <a:ln>
                          <a:noFill/>
                        </a:ln>
                      </p:spPr>
                    </p:pic>
                    <p:pic>
                      <p:nvPicPr>
                        <p:cNvPr id="213" name="Google Shape;213;p21"/>
                        <p:cNvPicPr preferRelativeResize="0"/>
                        <p:nvPr/>
                      </p:nvPicPr>
                      <p:blipFill rotWithShape="1">
                        <a:blip r:embed="rId9">
                          <a:alphaModFix/>
                        </a:blip>
                        <a:srcRect b="0" l="0" r="0" t="0"/>
                        <a:stretch/>
                      </p:blipFill>
                      <p:spPr>
                        <a:xfrm>
                          <a:off x="5095396" y="4499991"/>
                          <a:ext cx="840851" cy="840851"/>
                        </a:xfrm>
                        <a:prstGeom prst="rect">
                          <a:avLst/>
                        </a:prstGeom>
                        <a:noFill/>
                        <a:ln>
                          <a:noFill/>
                        </a:ln>
                      </p:spPr>
                    </p:pic>
                    <p:pic>
                      <p:nvPicPr>
                        <p:cNvPr descr="ChatGPT Logo - Chat gpt Icon on White Background 21059827 Vector Art at  Vecteezy" id="214" name="Google Shape;214;p21"/>
                        <p:cNvPicPr preferRelativeResize="0"/>
                        <p:nvPr/>
                      </p:nvPicPr>
                      <p:blipFill rotWithShape="1">
                        <a:blip r:embed="rId10">
                          <a:alphaModFix/>
                        </a:blip>
                        <a:srcRect b="0" l="0" r="0" t="0"/>
                        <a:stretch/>
                      </p:blipFill>
                      <p:spPr>
                        <a:xfrm>
                          <a:off x="6461761" y="4513728"/>
                          <a:ext cx="810398" cy="810398"/>
                        </a:xfrm>
                        <a:prstGeom prst="rect">
                          <a:avLst/>
                        </a:prstGeom>
                        <a:noFill/>
                        <a:ln>
                          <a:noFill/>
                        </a:ln>
                      </p:spPr>
                    </p:pic>
                    <p:grpSp>
                      <p:nvGrpSpPr>
                        <p:cNvPr id="215" name="Google Shape;215;p21"/>
                        <p:cNvGrpSpPr/>
                        <p:nvPr/>
                      </p:nvGrpSpPr>
                      <p:grpSpPr>
                        <a:xfrm>
                          <a:off x="8152744" y="4490755"/>
                          <a:ext cx="1154418" cy="866810"/>
                          <a:chOff x="8152744" y="4499991"/>
                          <a:chExt cx="1154418" cy="866810"/>
                        </a:xfrm>
                      </p:grpSpPr>
                      <p:pic>
                        <p:nvPicPr>
                          <p:cNvPr descr="551 Outlook Icons, Logos, Symbols - Free in SVG, PNG, GIF | IconScout" id="216" name="Google Shape;216;p21"/>
                          <p:cNvPicPr preferRelativeResize="0"/>
                          <p:nvPr/>
                        </p:nvPicPr>
                        <p:blipFill rotWithShape="1">
                          <a:blip r:embed="rId11">
                            <a:alphaModFix/>
                          </a:blip>
                          <a:srcRect b="0" l="0" r="0" t="0"/>
                          <a:stretch/>
                        </p:blipFill>
                        <p:spPr>
                          <a:xfrm>
                            <a:off x="8152744" y="4499991"/>
                            <a:ext cx="866810" cy="866810"/>
                          </a:xfrm>
                          <a:prstGeom prst="rect">
                            <a:avLst/>
                          </a:prstGeom>
                          <a:noFill/>
                          <a:ln>
                            <a:noFill/>
                          </a:ln>
                        </p:spPr>
                      </p:pic>
                      <p:pic>
                        <p:nvPicPr>
                          <p:cNvPr descr="Transparent Green Check Mark Images – Browse 2,938 Stock Photos, Vectors,  and Video | Adobe Stock" id="217" name="Google Shape;217;p21"/>
                          <p:cNvPicPr preferRelativeResize="0"/>
                          <p:nvPr/>
                        </p:nvPicPr>
                        <p:blipFill rotWithShape="1">
                          <a:blip r:embed="rId12">
                            <a:alphaModFix/>
                          </a:blip>
                          <a:srcRect b="0" l="0" r="0" t="0"/>
                          <a:stretch/>
                        </p:blipFill>
                        <p:spPr>
                          <a:xfrm>
                            <a:off x="8586149" y="4756435"/>
                            <a:ext cx="721013" cy="480675"/>
                          </a:xfrm>
                          <a:prstGeom prst="rect">
                            <a:avLst/>
                          </a:prstGeom>
                          <a:noFill/>
                          <a:ln>
                            <a:noFill/>
                          </a:ln>
                        </p:spPr>
                      </p:pic>
                    </p:grpSp>
                    <p:cxnSp>
                      <p:nvCxnSpPr>
                        <p:cNvPr id="218" name="Google Shape;218;p21"/>
                        <p:cNvCxnSpPr>
                          <a:stCxn id="211" idx="3"/>
                          <a:endCxn id="212" idx="1"/>
                        </p:cNvCxnSpPr>
                        <p:nvPr/>
                      </p:nvCxnSpPr>
                      <p:spPr>
                        <a:xfrm flipH="1" rot="10800000">
                          <a:off x="2482944" y="4920344"/>
                          <a:ext cx="784800" cy="7800"/>
                        </a:xfrm>
                        <a:prstGeom prst="straightConnector1">
                          <a:avLst/>
                        </a:prstGeom>
                        <a:noFill/>
                        <a:ln cap="flat" cmpd="sng" w="9525">
                          <a:solidFill>
                            <a:srgbClr val="00857D"/>
                          </a:solidFill>
                          <a:prstDash val="solid"/>
                          <a:round/>
                          <a:headEnd len="sm" w="sm" type="none"/>
                          <a:tailEnd len="med" w="med" type="triangle"/>
                        </a:ln>
                      </p:spPr>
                    </p:cxnSp>
                  </p:grpSp>
                  <p:sp>
                    <p:nvSpPr>
                      <p:cNvPr id="219" name="Google Shape;219;p21"/>
                      <p:cNvSpPr txBox="1"/>
                      <p:nvPr/>
                    </p:nvSpPr>
                    <p:spPr>
                      <a:xfrm>
                        <a:off x="1382251" y="6065294"/>
                        <a:ext cx="1285200" cy="68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AGENT GIVING NEGATIVE FEEDBACK</a:t>
                        </a:r>
                        <a:endParaRPr/>
                      </a:p>
                    </p:txBody>
                  </p:sp>
                  <p:sp>
                    <p:nvSpPr>
                      <p:cNvPr id="220" name="Google Shape;220;p21"/>
                      <p:cNvSpPr txBox="1"/>
                      <p:nvPr/>
                    </p:nvSpPr>
                    <p:spPr>
                      <a:xfrm>
                        <a:off x="3402436" y="6065634"/>
                        <a:ext cx="1285200" cy="68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FORM TO COLLECT USER EXPERIENCE</a:t>
                        </a:r>
                        <a:endParaRPr/>
                      </a:p>
                    </p:txBody>
                  </p:sp>
                  <p:sp>
                    <p:nvSpPr>
                      <p:cNvPr id="221" name="Google Shape;221;p21"/>
                      <p:cNvSpPr txBox="1"/>
                      <p:nvPr/>
                    </p:nvSpPr>
                    <p:spPr>
                      <a:xfrm>
                        <a:off x="5303990" y="6078405"/>
                        <a:ext cx="1285200" cy="68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POWER AUTOMATE FLOW</a:t>
                        </a:r>
                        <a:endParaRPr/>
                      </a:p>
                    </p:txBody>
                  </p:sp>
                  <p:sp>
                    <p:nvSpPr>
                      <p:cNvPr id="222" name="Google Shape;222;p21"/>
                      <p:cNvSpPr txBox="1"/>
                      <p:nvPr/>
                    </p:nvSpPr>
                    <p:spPr>
                      <a:xfrm>
                        <a:off x="6967959" y="6057304"/>
                        <a:ext cx="1285200" cy="68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GPT ASSESSING SENTIMENT AND RE-PHRASING</a:t>
                        </a:r>
                        <a:endParaRPr/>
                      </a:p>
                    </p:txBody>
                  </p:sp>
                  <p:sp>
                    <p:nvSpPr>
                      <p:cNvPr id="223" name="Google Shape;223;p21"/>
                      <p:cNvSpPr txBox="1"/>
                      <p:nvPr/>
                    </p:nvSpPr>
                    <p:spPr>
                      <a:xfrm>
                        <a:off x="8988144" y="6065294"/>
                        <a:ext cx="1285200" cy="68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FEEDBACK APPROVAL OF TECH TEAM</a:t>
                        </a:r>
                        <a:endParaRPr/>
                      </a:p>
                    </p:txBody>
                  </p:sp>
                </p:grpSp>
              </p:grpSp>
            </p:grpSp>
            <p:grpSp>
              <p:nvGrpSpPr>
                <p:cNvPr id="224" name="Google Shape;224;p21"/>
                <p:cNvGrpSpPr/>
                <p:nvPr/>
              </p:nvGrpSpPr>
              <p:grpSpPr>
                <a:xfrm>
                  <a:off x="8923551" y="1217071"/>
                  <a:ext cx="1307611" cy="3279212"/>
                  <a:chOff x="8923551" y="1217071"/>
                  <a:chExt cx="1307611" cy="3279212"/>
                </a:xfrm>
              </p:grpSpPr>
              <p:sp>
                <p:nvSpPr>
                  <p:cNvPr id="225" name="Google Shape;225;p21"/>
                  <p:cNvSpPr txBox="1"/>
                  <p:nvPr/>
                </p:nvSpPr>
                <p:spPr>
                  <a:xfrm>
                    <a:off x="8945962" y="4005483"/>
                    <a:ext cx="1285200" cy="49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GPT PREPARES TRAINING DATA</a:t>
                    </a:r>
                    <a:endParaRPr/>
                  </a:p>
                </p:txBody>
              </p:sp>
              <p:pic>
                <p:nvPicPr>
                  <p:cNvPr descr="ChatGPT Logo - Chat gpt Icon on White Background 21059827 Vector Art at  Vecteezy" id="226" name="Google Shape;226;p21"/>
                  <p:cNvPicPr preferRelativeResize="0"/>
                  <p:nvPr/>
                </p:nvPicPr>
                <p:blipFill rotWithShape="1">
                  <a:blip r:embed="rId10">
                    <a:alphaModFix/>
                  </a:blip>
                  <a:srcRect b="0" l="0" r="0" t="0"/>
                  <a:stretch/>
                </p:blipFill>
                <p:spPr>
                  <a:xfrm>
                    <a:off x="9099611" y="3053658"/>
                    <a:ext cx="928976" cy="928977"/>
                  </a:xfrm>
                  <a:prstGeom prst="rect">
                    <a:avLst/>
                  </a:prstGeom>
                  <a:noFill/>
                  <a:ln>
                    <a:noFill/>
                  </a:ln>
                </p:spPr>
              </p:pic>
              <p:grpSp>
                <p:nvGrpSpPr>
                  <p:cNvPr id="227" name="Google Shape;227;p21"/>
                  <p:cNvGrpSpPr/>
                  <p:nvPr/>
                </p:nvGrpSpPr>
                <p:grpSpPr>
                  <a:xfrm>
                    <a:off x="8923551" y="1217071"/>
                    <a:ext cx="1285200" cy="1455104"/>
                    <a:chOff x="8923551" y="1217071"/>
                    <a:chExt cx="1285200" cy="1455104"/>
                  </a:xfrm>
                </p:grpSpPr>
                <p:pic>
                  <p:nvPicPr>
                    <p:cNvPr descr="Azure Storage Account - Blob - Overview (O11) | OutSystems" id="228" name="Google Shape;228;p21"/>
                    <p:cNvPicPr preferRelativeResize="0"/>
                    <p:nvPr/>
                  </p:nvPicPr>
                  <p:blipFill rotWithShape="1">
                    <a:blip r:embed="rId13">
                      <a:alphaModFix/>
                    </a:blip>
                    <a:srcRect b="0" l="0" r="0" t="0"/>
                    <a:stretch/>
                  </p:blipFill>
                  <p:spPr>
                    <a:xfrm>
                      <a:off x="9132056" y="1217071"/>
                      <a:ext cx="868234" cy="868234"/>
                    </a:xfrm>
                    <a:prstGeom prst="rect">
                      <a:avLst/>
                    </a:prstGeom>
                    <a:noFill/>
                    <a:ln>
                      <a:noFill/>
                    </a:ln>
                  </p:spPr>
                </p:pic>
                <p:sp>
                  <p:nvSpPr>
                    <p:cNvPr id="229" name="Google Shape;229;p21"/>
                    <p:cNvSpPr txBox="1"/>
                    <p:nvPr/>
                  </p:nvSpPr>
                  <p:spPr>
                    <a:xfrm>
                      <a:off x="8923551" y="1988775"/>
                      <a:ext cx="1285200" cy="68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TRAINED DATA STORED IN CONTAINER</a:t>
                      </a:r>
                      <a:endParaRPr/>
                    </a:p>
                  </p:txBody>
                </p:sp>
              </p:grpSp>
            </p:grpSp>
          </p:grpSp>
          <p:sp>
            <p:nvSpPr>
              <p:cNvPr id="230" name="Google Shape;230;p21"/>
              <p:cNvSpPr txBox="1"/>
              <p:nvPr/>
            </p:nvSpPr>
            <p:spPr>
              <a:xfrm>
                <a:off x="3113159" y="1518398"/>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1</a:t>
                </a:r>
                <a:endParaRPr/>
              </a:p>
            </p:txBody>
          </p:sp>
          <p:sp>
            <p:nvSpPr>
              <p:cNvPr id="231" name="Google Shape;231;p21"/>
              <p:cNvSpPr txBox="1"/>
              <p:nvPr/>
            </p:nvSpPr>
            <p:spPr>
              <a:xfrm>
                <a:off x="5649472" y="1541178"/>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2</a:t>
                </a:r>
                <a:endParaRPr/>
              </a:p>
            </p:txBody>
          </p:sp>
          <p:sp>
            <p:nvSpPr>
              <p:cNvPr id="232" name="Google Shape;232;p21"/>
              <p:cNvSpPr txBox="1"/>
              <p:nvPr/>
            </p:nvSpPr>
            <p:spPr>
              <a:xfrm>
                <a:off x="4357865" y="742890"/>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3</a:t>
                </a:r>
                <a:endParaRPr/>
              </a:p>
            </p:txBody>
          </p:sp>
          <p:sp>
            <p:nvSpPr>
              <p:cNvPr id="233" name="Google Shape;233;p21"/>
              <p:cNvSpPr txBox="1"/>
              <p:nvPr/>
            </p:nvSpPr>
            <p:spPr>
              <a:xfrm>
                <a:off x="2122210" y="3417958"/>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4</a:t>
                </a:r>
                <a:endParaRPr/>
              </a:p>
            </p:txBody>
          </p:sp>
          <p:sp>
            <p:nvSpPr>
              <p:cNvPr id="234" name="Google Shape;234;p21"/>
              <p:cNvSpPr txBox="1"/>
              <p:nvPr/>
            </p:nvSpPr>
            <p:spPr>
              <a:xfrm>
                <a:off x="2912363" y="5158877"/>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5</a:t>
                </a:r>
                <a:endParaRPr/>
              </a:p>
            </p:txBody>
          </p:sp>
          <p:sp>
            <p:nvSpPr>
              <p:cNvPr id="235" name="Google Shape;235;p21"/>
              <p:cNvSpPr txBox="1"/>
              <p:nvPr/>
            </p:nvSpPr>
            <p:spPr>
              <a:xfrm>
                <a:off x="4920064" y="5137993"/>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6</a:t>
                </a:r>
                <a:endParaRPr/>
              </a:p>
            </p:txBody>
          </p:sp>
          <p:sp>
            <p:nvSpPr>
              <p:cNvPr id="236" name="Google Shape;236;p21"/>
              <p:cNvSpPr txBox="1"/>
              <p:nvPr/>
            </p:nvSpPr>
            <p:spPr>
              <a:xfrm>
                <a:off x="6681246" y="5129405"/>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7</a:t>
                </a:r>
                <a:endParaRPr/>
              </a:p>
            </p:txBody>
          </p:sp>
          <p:sp>
            <p:nvSpPr>
              <p:cNvPr id="237" name="Google Shape;237;p21"/>
              <p:cNvSpPr txBox="1"/>
              <p:nvPr/>
            </p:nvSpPr>
            <p:spPr>
              <a:xfrm>
                <a:off x="8424892" y="5150831"/>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8</a:t>
                </a:r>
                <a:endParaRPr/>
              </a:p>
            </p:txBody>
          </p:sp>
          <p:sp>
            <p:nvSpPr>
              <p:cNvPr id="238" name="Google Shape;238;p21"/>
              <p:cNvSpPr txBox="1"/>
              <p:nvPr/>
            </p:nvSpPr>
            <p:spPr>
              <a:xfrm>
                <a:off x="9325622" y="4506625"/>
                <a:ext cx="263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9</a:t>
                </a:r>
                <a:endParaRPr/>
              </a:p>
            </p:txBody>
          </p:sp>
          <p:sp>
            <p:nvSpPr>
              <p:cNvPr id="239" name="Google Shape;239;p21"/>
              <p:cNvSpPr txBox="1"/>
              <p:nvPr/>
            </p:nvSpPr>
            <p:spPr>
              <a:xfrm>
                <a:off x="9253265" y="2570320"/>
                <a:ext cx="4188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10</a:t>
                </a:r>
                <a:endParaRPr/>
              </a:p>
            </p:txBody>
          </p:sp>
          <p:sp>
            <p:nvSpPr>
              <p:cNvPr id="240" name="Google Shape;240;p21"/>
              <p:cNvSpPr txBox="1"/>
              <p:nvPr/>
            </p:nvSpPr>
            <p:spPr>
              <a:xfrm>
                <a:off x="8477396" y="1526254"/>
                <a:ext cx="485100" cy="31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11</a:t>
                </a:r>
                <a:endParaRPr/>
              </a:p>
            </p:txBody>
          </p:sp>
        </p:grpSp>
        <p:sp>
          <p:nvSpPr>
            <p:cNvPr id="241" name="Google Shape;241;p21"/>
            <p:cNvSpPr txBox="1"/>
            <p:nvPr/>
          </p:nvSpPr>
          <p:spPr>
            <a:xfrm>
              <a:off x="4256043" y="3276400"/>
              <a:ext cx="3360300" cy="73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Automated the steps from 6 to 11</a:t>
              </a:r>
              <a:endParaRPr/>
            </a:p>
          </p:txBody>
        </p:sp>
      </p:grpSp>
      <p:cxnSp>
        <p:nvCxnSpPr>
          <p:cNvPr id="242" name="Google Shape;242;p21"/>
          <p:cNvCxnSpPr/>
          <p:nvPr/>
        </p:nvCxnSpPr>
        <p:spPr>
          <a:xfrm>
            <a:off x="2348740" y="1889458"/>
            <a:ext cx="1389000" cy="0"/>
          </a:xfrm>
          <a:prstGeom prst="straightConnector1">
            <a:avLst/>
          </a:prstGeom>
          <a:noFill/>
          <a:ln cap="flat" cmpd="sng" w="9525">
            <a:solidFill>
              <a:srgbClr val="00857D"/>
            </a:solidFill>
            <a:prstDash val="solid"/>
            <a:round/>
            <a:headEnd len="sm" w="sm" type="none"/>
            <a:tailEnd len="med" w="med" type="triangle"/>
          </a:ln>
        </p:spPr>
      </p:cxnSp>
      <p:cxnSp>
        <p:nvCxnSpPr>
          <p:cNvPr id="243" name="Google Shape;243;p21"/>
          <p:cNvCxnSpPr/>
          <p:nvPr/>
        </p:nvCxnSpPr>
        <p:spPr>
          <a:xfrm>
            <a:off x="4866465" y="1889458"/>
            <a:ext cx="1389000" cy="0"/>
          </a:xfrm>
          <a:prstGeom prst="straightConnector1">
            <a:avLst/>
          </a:prstGeom>
          <a:noFill/>
          <a:ln cap="flat" cmpd="sng" w="9525">
            <a:solidFill>
              <a:srgbClr val="00857D"/>
            </a:solidFill>
            <a:prstDash val="solid"/>
            <a:round/>
            <a:headEnd len="sm" w="sm" type="none"/>
            <a:tailEnd len="med" w="med" type="triangle"/>
          </a:ln>
        </p:spPr>
      </p:cxnSp>
      <p:cxnSp>
        <p:nvCxnSpPr>
          <p:cNvPr id="244" name="Google Shape;244;p21"/>
          <p:cNvCxnSpPr/>
          <p:nvPr/>
        </p:nvCxnSpPr>
        <p:spPr>
          <a:xfrm flipH="1" rot="5400000">
            <a:off x="4353085" y="-882577"/>
            <a:ext cx="80700" cy="5025000"/>
          </a:xfrm>
          <a:prstGeom prst="bentConnector3">
            <a:avLst>
              <a:gd fmla="val 383389" name="adj1"/>
            </a:avLst>
          </a:prstGeom>
          <a:noFill/>
          <a:ln cap="flat" cmpd="sng" w="9525">
            <a:solidFill>
              <a:srgbClr val="00857D"/>
            </a:solidFill>
            <a:prstDash val="solid"/>
            <a:round/>
            <a:headEnd len="sm" w="sm" type="none"/>
            <a:tailEnd len="med" w="med" type="triangle"/>
          </a:ln>
        </p:spPr>
      </p:cxnSp>
      <p:cxnSp>
        <p:nvCxnSpPr>
          <p:cNvPr id="245" name="Google Shape;245;p21"/>
          <p:cNvCxnSpPr/>
          <p:nvPr/>
        </p:nvCxnSpPr>
        <p:spPr>
          <a:xfrm flipH="1">
            <a:off x="1880925" y="2998100"/>
            <a:ext cx="11100" cy="1897800"/>
          </a:xfrm>
          <a:prstGeom prst="straightConnector1">
            <a:avLst/>
          </a:prstGeom>
          <a:noFill/>
          <a:ln cap="flat" cmpd="sng" w="9525">
            <a:solidFill>
              <a:srgbClr val="00857D"/>
            </a:solidFill>
            <a:prstDash val="solid"/>
            <a:round/>
            <a:headEnd len="sm" w="sm" type="none"/>
            <a:tailEnd len="med" w="med" type="triangle"/>
          </a:ln>
        </p:spPr>
      </p:cxnSp>
      <p:cxnSp>
        <p:nvCxnSpPr>
          <p:cNvPr id="246" name="Google Shape;246;p21"/>
          <p:cNvCxnSpPr/>
          <p:nvPr/>
        </p:nvCxnSpPr>
        <p:spPr>
          <a:xfrm flipH="1" rot="10800000">
            <a:off x="4436540" y="5500577"/>
            <a:ext cx="899700" cy="9000"/>
          </a:xfrm>
          <a:prstGeom prst="straightConnector1">
            <a:avLst/>
          </a:prstGeom>
          <a:noFill/>
          <a:ln cap="flat" cmpd="sng" w="9525">
            <a:solidFill>
              <a:srgbClr val="00857D"/>
            </a:solidFill>
            <a:prstDash val="solid"/>
            <a:round/>
            <a:headEnd len="sm" w="sm" type="none"/>
            <a:tailEnd len="med" w="med" type="triangle"/>
          </a:ln>
        </p:spPr>
      </p:cxnSp>
      <p:cxnSp>
        <p:nvCxnSpPr>
          <p:cNvPr id="247" name="Google Shape;247;p21"/>
          <p:cNvCxnSpPr/>
          <p:nvPr/>
        </p:nvCxnSpPr>
        <p:spPr>
          <a:xfrm flipH="1" rot="10800000">
            <a:off x="6255465" y="5568327"/>
            <a:ext cx="444900" cy="40800"/>
          </a:xfrm>
          <a:prstGeom prst="straightConnector1">
            <a:avLst/>
          </a:prstGeom>
          <a:noFill/>
          <a:ln cap="flat" cmpd="sng" w="9525">
            <a:solidFill>
              <a:srgbClr val="00857D"/>
            </a:solidFill>
            <a:prstDash val="solid"/>
            <a:round/>
            <a:headEnd len="sm" w="sm" type="none"/>
            <a:tailEnd len="med" w="med" type="triangle"/>
          </a:ln>
        </p:spPr>
      </p:cxnSp>
      <p:cxnSp>
        <p:nvCxnSpPr>
          <p:cNvPr id="248" name="Google Shape;248;p21"/>
          <p:cNvCxnSpPr/>
          <p:nvPr/>
        </p:nvCxnSpPr>
        <p:spPr>
          <a:xfrm flipH="1" rot="10800000">
            <a:off x="7661590" y="5584227"/>
            <a:ext cx="899700" cy="9000"/>
          </a:xfrm>
          <a:prstGeom prst="straightConnector1">
            <a:avLst/>
          </a:prstGeom>
          <a:noFill/>
          <a:ln cap="flat" cmpd="sng" w="9525">
            <a:solidFill>
              <a:srgbClr val="00857D"/>
            </a:solidFill>
            <a:prstDash val="solid"/>
            <a:round/>
            <a:headEnd len="sm" w="sm" type="none"/>
            <a:tailEnd len="med" w="med" type="triangle"/>
          </a:ln>
        </p:spPr>
      </p:cxnSp>
      <p:cxnSp>
        <p:nvCxnSpPr>
          <p:cNvPr id="249" name="Google Shape;249;p21"/>
          <p:cNvCxnSpPr/>
          <p:nvPr/>
        </p:nvCxnSpPr>
        <p:spPr>
          <a:xfrm rot="10800000">
            <a:off x="9120220" y="4537548"/>
            <a:ext cx="13200" cy="497100"/>
          </a:xfrm>
          <a:prstGeom prst="straightConnector1">
            <a:avLst/>
          </a:prstGeom>
          <a:noFill/>
          <a:ln cap="flat" cmpd="sng" w="9525">
            <a:solidFill>
              <a:srgbClr val="00857D"/>
            </a:solidFill>
            <a:prstDash val="solid"/>
            <a:round/>
            <a:headEnd len="sm" w="sm" type="none"/>
            <a:tailEnd len="med" w="med" type="triangle"/>
          </a:ln>
        </p:spPr>
      </p:cxnSp>
      <p:cxnSp>
        <p:nvCxnSpPr>
          <p:cNvPr id="250" name="Google Shape;250;p21"/>
          <p:cNvCxnSpPr/>
          <p:nvPr/>
        </p:nvCxnSpPr>
        <p:spPr>
          <a:xfrm rot="10800000">
            <a:off x="9133420" y="2899248"/>
            <a:ext cx="20400" cy="355500"/>
          </a:xfrm>
          <a:prstGeom prst="straightConnector1">
            <a:avLst/>
          </a:prstGeom>
          <a:noFill/>
          <a:ln cap="flat" cmpd="sng" w="9525">
            <a:solidFill>
              <a:srgbClr val="00857D"/>
            </a:solidFill>
            <a:prstDash val="solid"/>
            <a:round/>
            <a:headEnd len="sm" w="sm" type="none"/>
            <a:tailEnd len="med" w="med" type="triangle"/>
          </a:ln>
        </p:spPr>
      </p:cxnSp>
      <p:cxnSp>
        <p:nvCxnSpPr>
          <p:cNvPr id="251" name="Google Shape;251;p21"/>
          <p:cNvCxnSpPr/>
          <p:nvPr/>
        </p:nvCxnSpPr>
        <p:spPr>
          <a:xfrm flipH="1">
            <a:off x="7864100" y="1886150"/>
            <a:ext cx="494700" cy="6600"/>
          </a:xfrm>
          <a:prstGeom prst="straightConnector1">
            <a:avLst/>
          </a:prstGeom>
          <a:noFill/>
          <a:ln cap="flat" cmpd="sng" w="9525">
            <a:solidFill>
              <a:srgbClr val="00857D"/>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5" name="Shape 255"/>
        <p:cNvGrpSpPr/>
        <p:nvPr/>
      </p:nvGrpSpPr>
      <p:grpSpPr>
        <a:xfrm>
          <a:off x="0" y="0"/>
          <a:ext cx="0" cy="0"/>
          <a:chOff x="0" y="0"/>
          <a:chExt cx="0" cy="0"/>
        </a:xfrm>
      </p:grpSpPr>
      <p:sp>
        <p:nvSpPr>
          <p:cNvPr id="256" name="Google Shape;256;p22"/>
          <p:cNvSpPr txBox="1"/>
          <p:nvPr>
            <p:ph type="title"/>
          </p:nvPr>
        </p:nvSpPr>
        <p:spPr>
          <a:xfrm>
            <a:off x="365760" y="365125"/>
            <a:ext cx="11460480" cy="94183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555"/>
              </a:buClr>
              <a:buSzPts val="2200"/>
              <a:buFont typeface="Verdana"/>
              <a:buNone/>
            </a:pPr>
            <a:r>
              <a:rPr lang="en-US"/>
              <a:t>Solution </a:t>
            </a:r>
            <a:endParaRPr/>
          </a:p>
        </p:txBody>
      </p:sp>
      <p:sp>
        <p:nvSpPr>
          <p:cNvPr id="257" name="Google Shape;257;p22"/>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t>6/27/2025</a:t>
            </a:r>
            <a:endParaRPr/>
          </a:p>
        </p:txBody>
      </p:sp>
      <p:sp>
        <p:nvSpPr>
          <p:cNvPr id="258" name="Google Shape;258;p22"/>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9" name="Google Shape;259;p22"/>
          <p:cNvSpPr txBox="1"/>
          <p:nvPr/>
        </p:nvSpPr>
        <p:spPr>
          <a:xfrm>
            <a:off x="365760" y="1554253"/>
            <a:ext cx="5654040" cy="44881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t/>
            </a:r>
            <a:endParaRPr b="1" sz="1800" cap="none">
              <a:solidFill>
                <a:schemeClr val="accent4"/>
              </a:solidFill>
              <a:latin typeface="Verdana"/>
              <a:ea typeface="Verdana"/>
              <a:cs typeface="Verdana"/>
              <a:sym typeface="Verdana"/>
            </a:endParaRPr>
          </a:p>
        </p:txBody>
      </p:sp>
      <p:sp>
        <p:nvSpPr>
          <p:cNvPr id="260" name="Google Shape;260;p22"/>
          <p:cNvSpPr txBox="1"/>
          <p:nvPr/>
        </p:nvSpPr>
        <p:spPr>
          <a:xfrm>
            <a:off x="365125" y="914400"/>
            <a:ext cx="6437313" cy="2238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lang="en-US" sz="1800" cap="none">
                <a:solidFill>
                  <a:schemeClr val="dk2"/>
                </a:solidFill>
                <a:latin typeface="Verdana"/>
                <a:ea typeface="Verdana"/>
                <a:cs typeface="Verdana"/>
                <a:sym typeface="Verdana"/>
              </a:rPr>
              <a:t>Business</a:t>
            </a:r>
            <a:endParaRPr/>
          </a:p>
        </p:txBody>
      </p:sp>
      <p:sp>
        <p:nvSpPr>
          <p:cNvPr id="261" name="Google Shape;261;p22"/>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p>
            <a:pPr indent="-285750" lvl="2" marL="715566" rtl="0" algn="l">
              <a:lnSpc>
                <a:spcPct val="100000"/>
              </a:lnSpc>
              <a:spcBef>
                <a:spcPts val="0"/>
              </a:spcBef>
              <a:spcAft>
                <a:spcPts val="0"/>
              </a:spcAft>
              <a:buSzPts val="1600"/>
              <a:buChar char="o"/>
            </a:pPr>
            <a:r>
              <a:rPr lang="en-US"/>
              <a:t>What impact on overall customer group could this solution have?</a:t>
            </a:r>
            <a:endParaRPr/>
          </a:p>
          <a:p>
            <a:pPr indent="-285750" lvl="3" marL="931069" rtl="0" algn="l">
              <a:lnSpc>
                <a:spcPct val="100000"/>
              </a:lnSpc>
              <a:spcBef>
                <a:spcPts val="1000"/>
              </a:spcBef>
              <a:spcAft>
                <a:spcPts val="0"/>
              </a:spcAft>
              <a:buSzPts val="1400"/>
              <a:buChar char="▪"/>
            </a:pPr>
            <a:r>
              <a:rPr lang="en-US"/>
              <a:t>Monetary, efficiency, ease of use</a:t>
            </a:r>
            <a:endParaRPr/>
          </a:p>
          <a:p>
            <a:pPr indent="-285750" lvl="2" marL="715566" rtl="0" algn="l">
              <a:lnSpc>
                <a:spcPct val="100000"/>
              </a:lnSpc>
              <a:spcBef>
                <a:spcPts val="1000"/>
              </a:spcBef>
              <a:spcAft>
                <a:spcPts val="0"/>
              </a:spcAft>
              <a:buSzPts val="1600"/>
              <a:buChar char="o"/>
            </a:pPr>
            <a:r>
              <a:rPr lang="en-US"/>
              <a:t>How does this solution elevate what is being done compared to its competitors?</a:t>
            </a:r>
            <a:endParaRPr/>
          </a:p>
          <a:p>
            <a:pPr indent="-184150" lvl="2" marL="715566" rtl="0" algn="l">
              <a:lnSpc>
                <a:spcPct val="100000"/>
              </a:lnSpc>
              <a:spcBef>
                <a:spcPts val="1000"/>
              </a:spcBef>
              <a:spcAft>
                <a:spcPts val="0"/>
              </a:spcAft>
              <a:buSzPts val="1600"/>
              <a:buNone/>
            </a:pPr>
            <a:r>
              <a:t/>
            </a:r>
            <a:endParaRPr/>
          </a:p>
          <a:p>
            <a:pPr indent="-184150" lvl="2" marL="715566" rtl="0" algn="l">
              <a:lnSpc>
                <a:spcPct val="100000"/>
              </a:lnSpc>
              <a:spcBef>
                <a:spcPts val="1000"/>
              </a:spcBef>
              <a:spcAft>
                <a:spcPts val="0"/>
              </a:spcAft>
              <a:buSzPts val="16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5" name="Shape 265"/>
        <p:cNvGrpSpPr/>
        <p:nvPr/>
      </p:nvGrpSpPr>
      <p:grpSpPr>
        <a:xfrm>
          <a:off x="0" y="0"/>
          <a:ext cx="0" cy="0"/>
          <a:chOff x="0" y="0"/>
          <a:chExt cx="0" cy="0"/>
        </a:xfrm>
      </p:grpSpPr>
      <p:sp>
        <p:nvSpPr>
          <p:cNvPr id="266" name="Google Shape;266;p23"/>
          <p:cNvSpPr txBox="1"/>
          <p:nvPr>
            <p:ph type="title"/>
          </p:nvPr>
        </p:nvSpPr>
        <p:spPr>
          <a:xfrm>
            <a:off x="365760" y="365127"/>
            <a:ext cx="11460480" cy="944881"/>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555"/>
              </a:buClr>
              <a:buSzPts val="2200"/>
              <a:buFont typeface="Verdana"/>
              <a:buNone/>
            </a:pPr>
            <a:r>
              <a:rPr lang="en-US"/>
              <a:t>Demo/Prototype</a:t>
            </a:r>
            <a:endParaRPr/>
          </a:p>
        </p:txBody>
      </p:sp>
      <p:sp>
        <p:nvSpPr>
          <p:cNvPr id="267" name="Google Shape;267;p23"/>
          <p:cNvSpPr txBox="1"/>
          <p:nvPr>
            <p:ph idx="1" type="body"/>
          </p:nvPr>
        </p:nvSpPr>
        <p:spPr>
          <a:xfrm>
            <a:off x="365760" y="1455951"/>
            <a:ext cx="11460480" cy="4487651"/>
          </a:xfrm>
          <a:prstGeom prst="rect">
            <a:avLst/>
          </a:prstGeom>
          <a:noFill/>
          <a:ln>
            <a:noFill/>
          </a:ln>
        </p:spPr>
        <p:txBody>
          <a:bodyPr anchorCtr="0" anchor="t" bIns="0" lIns="0" spcFirstLastPara="1" rIns="0" wrap="square" tIns="0">
            <a:noAutofit/>
          </a:bodyPr>
          <a:lstStyle/>
          <a:p>
            <a:pPr indent="-101997" lvl="1" marL="203597" rtl="0" algn="l">
              <a:lnSpc>
                <a:spcPct val="100000"/>
              </a:lnSpc>
              <a:spcBef>
                <a:spcPts val="0"/>
              </a:spcBef>
              <a:spcAft>
                <a:spcPts val="0"/>
              </a:spcAft>
              <a:buSzPts val="1600"/>
              <a:buNone/>
            </a:pPr>
            <a:r>
              <a:t/>
            </a:r>
            <a:endParaRPr/>
          </a:p>
        </p:txBody>
      </p:sp>
      <p:sp>
        <p:nvSpPr>
          <p:cNvPr id="268" name="Google Shape;268;p23"/>
          <p:cNvSpPr txBox="1"/>
          <p:nvPr>
            <p:ph idx="10" type="dt"/>
          </p:nvPr>
        </p:nvSpPr>
        <p:spPr>
          <a:xfrm>
            <a:off x="458124" y="6491339"/>
            <a:ext cx="2127135" cy="27700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t>6/27/2025</a:t>
            </a:r>
            <a:endParaRPr/>
          </a:p>
        </p:txBody>
      </p:sp>
      <p:sp>
        <p:nvSpPr>
          <p:cNvPr id="269" name="Google Shape;269;p23"/>
          <p:cNvSpPr txBox="1"/>
          <p:nvPr>
            <p:ph idx="12" type="sldNum"/>
          </p:nvPr>
        </p:nvSpPr>
        <p:spPr>
          <a:xfrm>
            <a:off x="11287760" y="6491339"/>
            <a:ext cx="538480" cy="277002"/>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70" name="Google Shape;270;p23"/>
          <p:cNvSpPr txBox="1"/>
          <p:nvPr/>
        </p:nvSpPr>
        <p:spPr>
          <a:xfrm>
            <a:off x="365125" y="914400"/>
            <a:ext cx="6437313" cy="2238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800"/>
              <a:buFont typeface="Arial"/>
              <a:buNone/>
            </a:pPr>
            <a:r>
              <a:rPr lang="en-US" sz="1800" cap="none">
                <a:solidFill>
                  <a:schemeClr val="dk2"/>
                </a:solidFill>
                <a:latin typeface="Verdana"/>
                <a:ea typeface="Verdana"/>
                <a:cs typeface="Verdana"/>
                <a:sym typeface="Verdana"/>
              </a:rPr>
              <a:t>Sub-headline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4"/>
          <p:cNvSpPr txBox="1"/>
          <p:nvPr>
            <p:ph idx="12" type="sldNum"/>
          </p:nvPr>
        </p:nvSpPr>
        <p:spPr>
          <a:xfrm>
            <a:off x="11287760" y="6491339"/>
            <a:ext cx="538500" cy="2769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77" name="Google Shape;277;p24"/>
          <p:cNvSpPr txBox="1"/>
          <p:nvPr>
            <p:ph type="title"/>
          </p:nvPr>
        </p:nvSpPr>
        <p:spPr>
          <a:xfrm>
            <a:off x="359425" y="1752575"/>
            <a:ext cx="10145700" cy="20187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lang="en-US" sz="4000">
                <a:solidFill>
                  <a:schemeClr val="dk1"/>
                </a:solidFill>
                <a:latin typeface="Arial"/>
                <a:ea typeface="Arial"/>
                <a:cs typeface="Arial"/>
                <a:sym typeface="Arial"/>
              </a:rPr>
              <a:t>THANK</a:t>
            </a:r>
            <a:r>
              <a:rPr b="0" lang="en-US" sz="1800">
                <a:solidFill>
                  <a:schemeClr val="dk1"/>
                </a:solidFill>
                <a:latin typeface="Calibri"/>
                <a:ea typeface="Calibri"/>
                <a:cs typeface="Calibri"/>
                <a:sym typeface="Calibri"/>
              </a:rPr>
              <a:t>    </a:t>
            </a:r>
            <a:r>
              <a:rPr lang="en-US" sz="4000">
                <a:solidFill>
                  <a:schemeClr val="dk1"/>
                </a:solidFill>
                <a:latin typeface="Arial"/>
                <a:ea typeface="Arial"/>
                <a:cs typeface="Arial"/>
                <a:sym typeface="Arial"/>
              </a:rPr>
              <a:t>YOU</a:t>
            </a:r>
            <a:endParaRPr b="0"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1" name="Shape 281"/>
        <p:cNvGrpSpPr/>
        <p:nvPr/>
      </p:nvGrpSpPr>
      <p:grpSpPr>
        <a:xfrm>
          <a:off x="0" y="0"/>
          <a:ext cx="0" cy="0"/>
          <a:chOff x="0" y="0"/>
          <a:chExt cx="0" cy="0"/>
        </a:xfrm>
      </p:grpSpPr>
      <p:pic>
        <p:nvPicPr>
          <p:cNvPr id="282" name="Google Shape;282;p25"/>
          <p:cNvPicPr preferRelativeResize="0"/>
          <p:nvPr/>
        </p:nvPicPr>
        <p:blipFill rotWithShape="1">
          <a:blip r:embed="rId3">
            <a:alphaModFix amt="15000"/>
          </a:blip>
          <a:srcRect b="0" l="5521" r="5521" t="0"/>
          <a:stretch/>
        </p:blipFill>
        <p:spPr>
          <a:xfrm>
            <a:off x="9246" y="-175364"/>
            <a:ext cx="13716000" cy="10287000"/>
          </a:xfrm>
          <a:prstGeom prst="snip1Rect">
            <a:avLst>
              <a:gd fmla="val 16667" name="adj"/>
            </a:avLst>
          </a:prstGeom>
          <a:noFill/>
          <a:ln>
            <a:noFill/>
          </a:ln>
        </p:spPr>
      </p:pic>
      <p:sp>
        <p:nvSpPr>
          <p:cNvPr id="283" name="Google Shape;283;p25"/>
          <p:cNvSpPr txBox="1"/>
          <p:nvPr>
            <p:ph type="title"/>
          </p:nvPr>
        </p:nvSpPr>
        <p:spPr>
          <a:xfrm>
            <a:off x="8002462" y="1745351"/>
            <a:ext cx="6400800" cy="3044952"/>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595555"/>
              </a:buClr>
              <a:buSzPts val="2000"/>
              <a:buFont typeface="Verdana"/>
              <a:buNone/>
            </a:pPr>
            <a:r>
              <a:rPr lang="en-US" sz="2000">
                <a:solidFill>
                  <a:srgbClr val="595555"/>
                </a:solidFill>
              </a:rPr>
              <a:t>Questions? </a:t>
            </a:r>
            <a:endParaRPr/>
          </a:p>
        </p:txBody>
      </p:sp>
      <p:sp>
        <p:nvSpPr>
          <p:cNvPr id="284" name="Google Shape;284;p25"/>
          <p:cNvSpPr/>
          <p:nvPr/>
        </p:nvSpPr>
        <p:spPr>
          <a:xfrm>
            <a:off x="9246" y="-283029"/>
            <a:ext cx="6858000" cy="7489372"/>
          </a:xfrm>
          <a:prstGeom prst="flowChartDelay">
            <a:avLst/>
          </a:prstGeom>
          <a:solidFill>
            <a:srgbClr val="00857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85" name="Google Shape;285;p25"/>
          <p:cNvSpPr/>
          <p:nvPr/>
        </p:nvSpPr>
        <p:spPr>
          <a:xfrm>
            <a:off x="0" y="0"/>
            <a:ext cx="6400800" cy="6911774"/>
          </a:xfrm>
          <a:prstGeom prst="flowChartDelay">
            <a:avLst/>
          </a:prstGeom>
          <a:blipFill rotWithShape="1">
            <a:blip r:embed="rId4">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UPS Theme">
  <a:themeElements>
    <a:clrScheme name="UPS Theme 1">
      <a:dk1>
        <a:srgbClr val="000000"/>
      </a:dk1>
      <a:lt1>
        <a:srgbClr val="FFFFFF"/>
      </a:lt1>
      <a:dk2>
        <a:srgbClr val="595555"/>
      </a:dk2>
      <a:lt2>
        <a:srgbClr val="DFDBD7"/>
      </a:lt2>
      <a:accent1>
        <a:srgbClr val="0E246D"/>
      </a:accent1>
      <a:accent2>
        <a:srgbClr val="76881D"/>
      </a:accent2>
      <a:accent3>
        <a:srgbClr val="C67D30"/>
      </a:accent3>
      <a:accent4>
        <a:srgbClr val="00857D"/>
      </a:accent4>
      <a:accent5>
        <a:srgbClr val="426DA9"/>
      </a:accent5>
      <a:accent6>
        <a:srgbClr val="173F35"/>
      </a:accent6>
      <a:hlink>
        <a:srgbClr val="910048"/>
      </a:hlink>
      <a:folHlink>
        <a:srgbClr val="00857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