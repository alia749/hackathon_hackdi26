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Sans Light"/>
      <p:regular r:id="rId12"/>
      <p:bold r:id="rId13"/>
      <p:italic r:id="rId14"/>
      <p:boldItalic r:id="rId15"/>
    </p:embeddedFont>
    <p:embeddedFont>
      <p:font typeface="Nunito Sans ExtraLight"/>
      <p:regular r:id="rId16"/>
      <p:bold r:id="rId17"/>
      <p:italic r:id="rId18"/>
      <p:boldItalic r:id="rId19"/>
    </p:embeddedFont>
    <p:embeddedFont>
      <p:font typeface="Nunito Sans Medium"/>
      <p:regular r:id="rId20"/>
      <p:bold r:id="rId21"/>
      <p:italic r:id="rId22"/>
      <p:boldItalic r:id="rId23"/>
    </p:embeddedFont>
    <p:embeddedFont>
      <p:font typeface="Tomorrow Medium"/>
      <p:regular r:id="rId24"/>
      <p:bold r:id="rId25"/>
      <p:italic r:id="rId26"/>
      <p:boldItalic r:id="rId27"/>
    </p:embeddedFont>
    <p:embeddedFont>
      <p:font typeface="Nunito Sans SemiBold"/>
      <p:regular r:id="rId28"/>
      <p:bold r:id="rId29"/>
      <p:italic r:id="rId30"/>
      <p:boldItalic r:id="rId31"/>
    </p:embeddedFont>
    <p:embeddedFont>
      <p:font typeface="Tomorrow"/>
      <p:regular r:id="rId32"/>
      <p:bold r:id="rId33"/>
      <p:italic r:id="rId34"/>
      <p:boldItalic r:id="rId35"/>
    </p:embeddedFont>
    <p:embeddedFont>
      <p:font typeface="Nunito Sans"/>
      <p:regular r:id="rId36"/>
      <p:bold r:id="rId37"/>
      <p:italic r:id="rId38"/>
      <p:boldItalic r:id="rId39"/>
    </p:embeddedFont>
    <p:embeddedFont>
      <p:font typeface="Tomorrow Ligh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omorrowLight-regular.fntdata"/><Relationship Id="rId42" Type="http://schemas.openxmlformats.org/officeDocument/2006/relationships/font" Target="fonts/TomorrowLight-italic.fntdata"/><Relationship Id="rId41" Type="http://schemas.openxmlformats.org/officeDocument/2006/relationships/font" Target="fonts/TomorrowLight-bold.fntdata"/><Relationship Id="rId43" Type="http://schemas.openxmlformats.org/officeDocument/2006/relationships/font" Target="fonts/Tomorrow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SansSemiBold-boldItalic.fntdata"/><Relationship Id="rId30" Type="http://schemas.openxmlformats.org/officeDocument/2006/relationships/font" Target="fonts/NunitoSansSemiBold-italic.fntdata"/><Relationship Id="rId33" Type="http://schemas.openxmlformats.org/officeDocument/2006/relationships/font" Target="fonts/Tomorrow-bold.fntdata"/><Relationship Id="rId32" Type="http://schemas.openxmlformats.org/officeDocument/2006/relationships/font" Target="fonts/Tomorrow-regular.fntdata"/><Relationship Id="rId35" Type="http://schemas.openxmlformats.org/officeDocument/2006/relationships/font" Target="fonts/Tomorrow-boldItalic.fntdata"/><Relationship Id="rId34" Type="http://schemas.openxmlformats.org/officeDocument/2006/relationships/font" Target="fonts/Tomorrow-italic.fntdata"/><Relationship Id="rId37" Type="http://schemas.openxmlformats.org/officeDocument/2006/relationships/font" Target="fonts/NunitoSans-bold.fntdata"/><Relationship Id="rId36" Type="http://schemas.openxmlformats.org/officeDocument/2006/relationships/font" Target="fonts/NunitoSans-regular.fntdata"/><Relationship Id="rId39" Type="http://schemas.openxmlformats.org/officeDocument/2006/relationships/font" Target="fonts/NunitoSans-boldItalic.fntdata"/><Relationship Id="rId38" Type="http://schemas.openxmlformats.org/officeDocument/2006/relationships/font" Target="fonts/NunitoSans-italic.fntdata"/><Relationship Id="rId20" Type="http://schemas.openxmlformats.org/officeDocument/2006/relationships/font" Target="fonts/NunitoSansMedium-regular.fntdata"/><Relationship Id="rId22" Type="http://schemas.openxmlformats.org/officeDocument/2006/relationships/font" Target="fonts/NunitoSansMedium-italic.fntdata"/><Relationship Id="rId21" Type="http://schemas.openxmlformats.org/officeDocument/2006/relationships/font" Target="fonts/NunitoSansMedium-bold.fntdata"/><Relationship Id="rId24" Type="http://schemas.openxmlformats.org/officeDocument/2006/relationships/font" Target="fonts/TomorrowMedium-regular.fntdata"/><Relationship Id="rId23" Type="http://schemas.openxmlformats.org/officeDocument/2006/relationships/font" Target="fonts/NunitoSansMedium-boldItalic.fntdata"/><Relationship Id="rId26" Type="http://schemas.openxmlformats.org/officeDocument/2006/relationships/font" Target="fonts/TomorrowMedium-italic.fntdata"/><Relationship Id="rId25" Type="http://schemas.openxmlformats.org/officeDocument/2006/relationships/font" Target="fonts/TomorrowMedium-bold.fntdata"/><Relationship Id="rId28" Type="http://schemas.openxmlformats.org/officeDocument/2006/relationships/font" Target="fonts/NunitoSansSemiBold-regular.fntdata"/><Relationship Id="rId27" Type="http://schemas.openxmlformats.org/officeDocument/2006/relationships/font" Target="fonts/TomorrowMedium-boldItalic.fntdata"/><Relationship Id="rId29" Type="http://schemas.openxmlformats.org/officeDocument/2006/relationships/font" Target="fonts/NunitoSansSemi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SansLight-bold.fntdata"/><Relationship Id="rId12" Type="http://schemas.openxmlformats.org/officeDocument/2006/relationships/font" Target="fonts/NunitoSansLight-regular.fntdata"/><Relationship Id="rId15" Type="http://schemas.openxmlformats.org/officeDocument/2006/relationships/font" Target="fonts/NunitoSansLight-boldItalic.fntdata"/><Relationship Id="rId14" Type="http://schemas.openxmlformats.org/officeDocument/2006/relationships/font" Target="fonts/NunitoSansLight-italic.fntdata"/><Relationship Id="rId17" Type="http://schemas.openxmlformats.org/officeDocument/2006/relationships/font" Target="fonts/NunitoSansExtraLight-bold.fntdata"/><Relationship Id="rId16" Type="http://schemas.openxmlformats.org/officeDocument/2006/relationships/font" Target="fonts/NunitoSansExtraLight-regular.fntdata"/><Relationship Id="rId19" Type="http://schemas.openxmlformats.org/officeDocument/2006/relationships/font" Target="fonts/NunitoSansExtraLight-boldItalic.fntdata"/><Relationship Id="rId18" Type="http://schemas.openxmlformats.org/officeDocument/2006/relationships/font" Target="fonts/NunitoSansExtra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fa2910a7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fa2910a7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fa2910a7bf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fa2910a7bf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fa2910a7bf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fa2910a7bf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a2910a7bf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fa2910a7bf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fa2910a7bf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fa2910a7bf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a2c82294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fa2c82294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 3">
  <p:cSld name="TITLE_1">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552600" y="2878000"/>
            <a:ext cx="6591300" cy="2052600"/>
          </a:xfrm>
          <a:prstGeom prst="rect">
            <a:avLst/>
          </a:prstGeom>
        </p:spPr>
        <p:txBody>
          <a:bodyPr anchorCtr="0" anchor="b" bIns="91425" lIns="91425" spcFirstLastPara="1" rIns="91425" wrap="square" tIns="91425">
            <a:normAutofit/>
          </a:bodyPr>
          <a:lstStyle>
            <a:lvl1pPr lvl="0">
              <a:lnSpc>
                <a:spcPct val="75000"/>
              </a:lnSpc>
              <a:spcBef>
                <a:spcPts val="0"/>
              </a:spcBef>
              <a:spcAft>
                <a:spcPts val="0"/>
              </a:spcAft>
              <a:buClr>
                <a:schemeClr val="lt1"/>
              </a:buClr>
              <a:buSzPts val="7500"/>
              <a:buFont typeface="Tomorrow Light"/>
              <a:buNone/>
              <a:defRPr sz="75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0" name="Google Shape;10;p2"/>
          <p:cNvSpPr txBox="1"/>
          <p:nvPr>
            <p:ph idx="1" type="subTitle"/>
          </p:nvPr>
        </p:nvSpPr>
        <p:spPr>
          <a:xfrm>
            <a:off x="311700" y="545550"/>
            <a:ext cx="33966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11" name="Google Shape;11;p2"/>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12" name="Google Shape;12;p2"/>
          <p:cNvGrpSpPr/>
          <p:nvPr/>
        </p:nvGrpSpPr>
        <p:grpSpPr>
          <a:xfrm>
            <a:off x="-3175" y="1"/>
            <a:ext cx="9146700" cy="330024"/>
            <a:chOff x="-3175" y="1"/>
            <a:chExt cx="9146700" cy="330024"/>
          </a:xfrm>
        </p:grpSpPr>
        <p:sp>
          <p:nvSpPr>
            <p:cNvPr id="13" name="Google Shape;13;p2"/>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4" name="Google Shape;14;p2"/>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5" name="Google Shape;15;p2"/>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6" name="Google Shape;16;p2"/>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7" name="Google Shape;17;p2"/>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18" name="Google Shape;18;p2"/>
          <p:cNvSpPr/>
          <p:nvPr/>
        </p:nvSpPr>
        <p:spPr>
          <a:xfrm>
            <a:off x="8492701" y="4245025"/>
            <a:ext cx="308400" cy="427800"/>
          </a:xfrm>
          <a:prstGeom prst="chevron">
            <a:avLst>
              <a:gd fmla="val 67909" name="adj"/>
            </a:avLst>
          </a:prstGeom>
          <a:solidFill>
            <a:schemeClr val="accent1"/>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 name="Google Shape;19;p2"/>
          <p:cNvSpPr/>
          <p:nvPr/>
        </p:nvSpPr>
        <p:spPr>
          <a:xfrm>
            <a:off x="8288201" y="4245025"/>
            <a:ext cx="308400" cy="427800"/>
          </a:xfrm>
          <a:prstGeom prst="chevron">
            <a:avLst>
              <a:gd fmla="val 67909" name="adj"/>
            </a:avLst>
          </a:prstGeom>
          <a:solidFill>
            <a:schemeClr val="accent2"/>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 name="Google Shape;20;p2"/>
          <p:cNvSpPr/>
          <p:nvPr/>
        </p:nvSpPr>
        <p:spPr>
          <a:xfrm>
            <a:off x="8074601" y="4245025"/>
            <a:ext cx="308400" cy="427800"/>
          </a:xfrm>
          <a:prstGeom prst="chevron">
            <a:avLst>
              <a:gd fmla="val 67909" name="adj"/>
            </a:avLst>
          </a:prstGeom>
          <a:solidFill>
            <a:schemeClr val="accent6"/>
          </a:solidFill>
          <a:ln>
            <a:noFill/>
          </a:ln>
          <a:effectLst>
            <a:outerShdw blurRad="28575" rotWithShape="0" algn="bl">
              <a:schemeClr val="accent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TITLE_1_1_4_1">
    <p:bg>
      <p:bgPr>
        <a:solidFill>
          <a:schemeClr val="dk1"/>
        </a:solidFill>
      </p:bgPr>
    </p:bg>
    <p:spTree>
      <p:nvGrpSpPr>
        <p:cNvPr id="21" name="Shape 21"/>
        <p:cNvGrpSpPr/>
        <p:nvPr/>
      </p:nvGrpSpPr>
      <p:grpSpPr>
        <a:xfrm>
          <a:off x="0" y="0"/>
          <a:ext cx="0" cy="0"/>
          <a:chOff x="0" y="0"/>
          <a:chExt cx="0" cy="0"/>
        </a:xfrm>
      </p:grpSpPr>
      <p:pic>
        <p:nvPicPr>
          <p:cNvPr descr="A man stands with his back to the camera while working on a desktop computer. " id="22" name="Google Shape;22;p3"/>
          <p:cNvPicPr preferRelativeResize="0"/>
          <p:nvPr/>
        </p:nvPicPr>
        <p:blipFill rotWithShape="1">
          <a:blip r:embed="rId2">
            <a:alphaModFix/>
          </a:blip>
          <a:srcRect b="0" l="9485" r="34981" t="0"/>
          <a:stretch/>
        </p:blipFill>
        <p:spPr>
          <a:xfrm flipH="1">
            <a:off x="4858524" y="0"/>
            <a:ext cx="4285476" cy="5143501"/>
          </a:xfrm>
          <a:prstGeom prst="rect">
            <a:avLst/>
          </a:prstGeom>
          <a:noFill/>
          <a:ln>
            <a:noFill/>
          </a:ln>
        </p:spPr>
      </p:pic>
      <p:pic>
        <p:nvPicPr>
          <p:cNvPr id="23" name="Google Shape;23;p3"/>
          <p:cNvPicPr preferRelativeResize="0"/>
          <p:nvPr/>
        </p:nvPicPr>
        <p:blipFill>
          <a:blip r:embed="rId3">
            <a:alphaModFix/>
          </a:blip>
          <a:stretch>
            <a:fillRect/>
          </a:stretch>
        </p:blipFill>
        <p:spPr>
          <a:xfrm>
            <a:off x="4848601" y="0"/>
            <a:ext cx="2835455" cy="5143501"/>
          </a:xfrm>
          <a:prstGeom prst="rect">
            <a:avLst/>
          </a:prstGeom>
          <a:noFill/>
          <a:ln>
            <a:noFill/>
          </a:ln>
        </p:spPr>
      </p:pic>
      <p:sp>
        <p:nvSpPr>
          <p:cNvPr id="24" name="Google Shape;24;p3"/>
          <p:cNvSpPr txBox="1"/>
          <p:nvPr>
            <p:ph idx="12" type="sldNum"/>
          </p:nvPr>
        </p:nvSpPr>
        <p:spPr>
          <a:xfrm>
            <a:off x="8651378" y="4856473"/>
            <a:ext cx="5484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1pPr>
            <a:lvl2pPr indent="0" lvl="1"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2pPr>
            <a:lvl3pPr indent="0" lvl="2"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3pPr>
            <a:lvl4pPr indent="0" lvl="3"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4pPr>
            <a:lvl5pPr indent="0" lvl="4"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5pPr>
            <a:lvl6pPr indent="0" lvl="5"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6pPr>
            <a:lvl7pPr indent="0" lvl="6"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7pPr>
            <a:lvl8pPr indent="0" lvl="7"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8pPr>
            <a:lvl9pPr indent="0" lvl="8"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9pPr>
          </a:lstStyle>
          <a:p>
            <a:pPr indent="0" lvl="0" marL="0" rtl="0" algn="l">
              <a:spcBef>
                <a:spcPts val="0"/>
              </a:spcBef>
              <a:spcAft>
                <a:spcPts val="0"/>
              </a:spcAft>
              <a:buNone/>
            </a:pPr>
            <a:fld id="{00000000-1234-1234-1234-123412341234}" type="slidenum">
              <a:rPr lang="en"/>
              <a:t>‹#›</a:t>
            </a:fld>
            <a:endParaRPr/>
          </a:p>
        </p:txBody>
      </p:sp>
      <p:sp>
        <p:nvSpPr>
          <p:cNvPr id="25" name="Google Shape;25;p3"/>
          <p:cNvSpPr txBox="1"/>
          <p:nvPr/>
        </p:nvSpPr>
        <p:spPr>
          <a:xfrm>
            <a:off x="454900" y="206125"/>
            <a:ext cx="4761300" cy="5541300"/>
          </a:xfrm>
          <a:prstGeom prst="rect">
            <a:avLst/>
          </a:prstGeom>
          <a:noFill/>
          <a:ln>
            <a:noFill/>
          </a:ln>
          <a:effectLst>
            <a:outerShdw blurRad="1428750" rotWithShape="0" algn="bl" dir="5400000" dist="19050">
              <a:schemeClr val="accent2">
                <a:alpha val="33725"/>
              </a:schemeClr>
            </a:outerShdw>
          </a:effectLst>
        </p:spPr>
        <p:txBody>
          <a:bodyPr anchorCtr="0" anchor="t" bIns="0" lIns="0" spcFirstLastPara="1" rIns="0" wrap="square" tIns="0">
            <a:spAutoFit/>
          </a:bodyPr>
          <a:lstStyle/>
          <a:p>
            <a:pPr indent="0" lvl="0" marL="0" marR="0" rtl="0" algn="l">
              <a:lnSpc>
                <a:spcPct val="90000"/>
              </a:lnSpc>
              <a:spcBef>
                <a:spcPts val="0"/>
              </a:spcBef>
              <a:spcAft>
                <a:spcPts val="1000"/>
              </a:spcAft>
              <a:buClr>
                <a:srgbClr val="000000"/>
              </a:buClr>
              <a:buSzPts val="40000"/>
              <a:buFont typeface="Arial"/>
              <a:buNone/>
            </a:pPr>
            <a:r>
              <a:rPr lang="en" sz="40000">
                <a:solidFill>
                  <a:schemeClr val="dk1"/>
                </a:solidFill>
                <a:latin typeface="Tomorrow"/>
                <a:ea typeface="Tomorrow"/>
                <a:cs typeface="Tomorrow"/>
                <a:sym typeface="Tomorrow"/>
              </a:rPr>
              <a:t>W</a:t>
            </a:r>
            <a:endParaRPr sz="40000">
              <a:solidFill>
                <a:schemeClr val="dk1"/>
              </a:solidFill>
              <a:latin typeface="Tomorrow"/>
              <a:ea typeface="Tomorrow"/>
              <a:cs typeface="Tomorrow"/>
              <a:sym typeface="Tomorrow"/>
            </a:endParaRPr>
          </a:p>
        </p:txBody>
      </p:sp>
      <p:sp>
        <p:nvSpPr>
          <p:cNvPr id="26" name="Google Shape;26;p3"/>
          <p:cNvSpPr txBox="1"/>
          <p:nvPr>
            <p:ph idx="1" type="subTitle"/>
          </p:nvPr>
        </p:nvSpPr>
        <p:spPr>
          <a:xfrm>
            <a:off x="502775" y="3351600"/>
            <a:ext cx="3596100" cy="14661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500"/>
              <a:buFont typeface="Nunito Sans Medium"/>
              <a:buNone/>
              <a:defRPr sz="1500">
                <a:solidFill>
                  <a:schemeClr val="lt1"/>
                </a:solidFill>
                <a:latin typeface="Nunito Sans Medium"/>
                <a:ea typeface="Nunito Sans Medium"/>
                <a:cs typeface="Nunito Sans Medium"/>
                <a:sym typeface="Nunito Sans Medium"/>
              </a:defRPr>
            </a:lvl1pPr>
            <a:lvl2pPr lvl="1">
              <a:spcBef>
                <a:spcPts val="0"/>
              </a:spcBef>
              <a:spcAft>
                <a:spcPts val="0"/>
              </a:spcAft>
              <a:buClr>
                <a:schemeClr val="lt1"/>
              </a:buClr>
              <a:buSzPts val="1500"/>
              <a:buFont typeface="Nunito Sans"/>
              <a:buNone/>
              <a:defRPr sz="1500">
                <a:solidFill>
                  <a:schemeClr val="lt1"/>
                </a:solidFill>
              </a:defRPr>
            </a:lvl2pPr>
            <a:lvl3pPr lvl="2">
              <a:spcBef>
                <a:spcPts val="0"/>
              </a:spcBef>
              <a:spcAft>
                <a:spcPts val="0"/>
              </a:spcAft>
              <a:buClr>
                <a:schemeClr val="lt1"/>
              </a:buClr>
              <a:buSzPts val="1500"/>
              <a:buFont typeface="Nunito Sans"/>
              <a:buNone/>
              <a:defRPr sz="1500">
                <a:solidFill>
                  <a:schemeClr val="lt1"/>
                </a:solidFill>
              </a:defRPr>
            </a:lvl3pPr>
            <a:lvl4pPr lvl="3">
              <a:spcBef>
                <a:spcPts val="0"/>
              </a:spcBef>
              <a:spcAft>
                <a:spcPts val="0"/>
              </a:spcAft>
              <a:buClr>
                <a:schemeClr val="lt1"/>
              </a:buClr>
              <a:buSzPts val="1500"/>
              <a:buFont typeface="Nunito Sans"/>
              <a:buNone/>
              <a:defRPr sz="1500">
                <a:solidFill>
                  <a:schemeClr val="lt1"/>
                </a:solidFill>
              </a:defRPr>
            </a:lvl4pPr>
            <a:lvl5pPr lvl="4">
              <a:spcBef>
                <a:spcPts val="0"/>
              </a:spcBef>
              <a:spcAft>
                <a:spcPts val="0"/>
              </a:spcAft>
              <a:buClr>
                <a:schemeClr val="lt1"/>
              </a:buClr>
              <a:buSzPts val="1500"/>
              <a:buFont typeface="Nunito Sans"/>
              <a:buNone/>
              <a:defRPr sz="1500">
                <a:solidFill>
                  <a:schemeClr val="lt1"/>
                </a:solidFill>
              </a:defRPr>
            </a:lvl5pPr>
            <a:lvl6pPr lvl="5">
              <a:spcBef>
                <a:spcPts val="0"/>
              </a:spcBef>
              <a:spcAft>
                <a:spcPts val="0"/>
              </a:spcAft>
              <a:buClr>
                <a:schemeClr val="lt1"/>
              </a:buClr>
              <a:buSzPts val="1500"/>
              <a:buFont typeface="Nunito Sans"/>
              <a:buNone/>
              <a:defRPr sz="1500">
                <a:solidFill>
                  <a:schemeClr val="lt1"/>
                </a:solidFill>
              </a:defRPr>
            </a:lvl6pPr>
            <a:lvl7pPr lvl="6">
              <a:spcBef>
                <a:spcPts val="0"/>
              </a:spcBef>
              <a:spcAft>
                <a:spcPts val="0"/>
              </a:spcAft>
              <a:buClr>
                <a:schemeClr val="lt1"/>
              </a:buClr>
              <a:buSzPts val="1500"/>
              <a:buFont typeface="Nunito Sans"/>
              <a:buNone/>
              <a:defRPr sz="1500">
                <a:solidFill>
                  <a:schemeClr val="lt1"/>
                </a:solidFill>
              </a:defRPr>
            </a:lvl7pPr>
            <a:lvl8pPr lvl="7">
              <a:spcBef>
                <a:spcPts val="0"/>
              </a:spcBef>
              <a:spcAft>
                <a:spcPts val="0"/>
              </a:spcAft>
              <a:buClr>
                <a:schemeClr val="lt1"/>
              </a:buClr>
              <a:buSzPts val="1500"/>
              <a:buFont typeface="Nunito Sans"/>
              <a:buNone/>
              <a:defRPr sz="1500">
                <a:solidFill>
                  <a:schemeClr val="lt1"/>
                </a:solidFill>
              </a:defRPr>
            </a:lvl8pPr>
            <a:lvl9pPr lvl="8">
              <a:spcBef>
                <a:spcPts val="0"/>
              </a:spcBef>
              <a:spcAft>
                <a:spcPts val="0"/>
              </a:spcAft>
              <a:buClr>
                <a:schemeClr val="lt1"/>
              </a:buClr>
              <a:buSzPts val="1500"/>
              <a:buFont typeface="Nunito Sans"/>
              <a:buNone/>
              <a:defRPr sz="1500">
                <a:solidFill>
                  <a:schemeClr val="lt1"/>
                </a:solidFill>
              </a:defRPr>
            </a:lvl9pPr>
          </a:lstStyle>
          <a:p/>
        </p:txBody>
      </p:sp>
      <p:sp>
        <p:nvSpPr>
          <p:cNvPr id="27" name="Google Shape;27;p3"/>
          <p:cNvSpPr txBox="1"/>
          <p:nvPr>
            <p:ph idx="2"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28" name="Google Shape;28;p3"/>
          <p:cNvSpPr txBox="1"/>
          <p:nvPr>
            <p:ph type="ctrTitle"/>
          </p:nvPr>
        </p:nvSpPr>
        <p:spPr>
          <a:xfrm>
            <a:off x="343075" y="538250"/>
            <a:ext cx="4904400" cy="2052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3600"/>
              <a:buFont typeface="Tomorrow Light"/>
              <a:buNone/>
              <a:defRPr sz="3600">
                <a:solidFill>
                  <a:schemeClr val="accent2"/>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grpSp>
        <p:nvGrpSpPr>
          <p:cNvPr id="29" name="Google Shape;29;p3"/>
          <p:cNvGrpSpPr/>
          <p:nvPr/>
        </p:nvGrpSpPr>
        <p:grpSpPr>
          <a:xfrm>
            <a:off x="-3175" y="1"/>
            <a:ext cx="9146700" cy="330024"/>
            <a:chOff x="-3175" y="1"/>
            <a:chExt cx="9146700" cy="330024"/>
          </a:xfrm>
        </p:grpSpPr>
        <p:sp>
          <p:nvSpPr>
            <p:cNvPr id="30" name="Google Shape;30;p3"/>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31" name="Google Shape;31;p3"/>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32" name="Google Shape;32;p3"/>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33" name="Google Shape;33;p3"/>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34" name="Google Shape;34;p3"/>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3 ">
  <p:cSld name="CUSTOM">
    <p:bg>
      <p:bgPr>
        <a:solidFill>
          <a:schemeClr val="dk1"/>
        </a:solidFill>
      </p:bgPr>
    </p:bg>
    <p:spTree>
      <p:nvGrpSpPr>
        <p:cNvPr id="35" name="Shape 35"/>
        <p:cNvGrpSpPr/>
        <p:nvPr/>
      </p:nvGrpSpPr>
      <p:grpSpPr>
        <a:xfrm>
          <a:off x="0" y="0"/>
          <a:ext cx="0" cy="0"/>
          <a:chOff x="0" y="0"/>
          <a:chExt cx="0" cy="0"/>
        </a:xfrm>
      </p:grpSpPr>
      <p:sp>
        <p:nvSpPr>
          <p:cNvPr id="36" name="Google Shape;36;p4"/>
          <p:cNvSpPr/>
          <p:nvPr/>
        </p:nvSpPr>
        <p:spPr>
          <a:xfrm>
            <a:off x="-675" y="3542125"/>
            <a:ext cx="9146700" cy="1601400"/>
          </a:xfrm>
          <a:prstGeom prst="snip1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37" name="Google Shape;37;p4"/>
          <p:cNvSpPr txBox="1"/>
          <p:nvPr>
            <p:ph idx="1" type="subTitle"/>
          </p:nvPr>
        </p:nvSpPr>
        <p:spPr>
          <a:xfrm>
            <a:off x="4922325" y="3969850"/>
            <a:ext cx="19731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38" name="Google Shape;38;p4"/>
          <p:cNvSpPr txBox="1"/>
          <p:nvPr>
            <p:ph idx="2" type="subTitle"/>
          </p:nvPr>
        </p:nvSpPr>
        <p:spPr>
          <a:xfrm>
            <a:off x="2762650" y="3969850"/>
            <a:ext cx="18249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39" name="Google Shape;39;p4"/>
          <p:cNvSpPr txBox="1"/>
          <p:nvPr>
            <p:ph idx="3" type="subTitle"/>
          </p:nvPr>
        </p:nvSpPr>
        <p:spPr>
          <a:xfrm>
            <a:off x="7136875" y="3969850"/>
            <a:ext cx="17760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40" name="Google Shape;40;p4"/>
          <p:cNvSpPr txBox="1"/>
          <p:nvPr>
            <p:ph type="title"/>
          </p:nvPr>
        </p:nvSpPr>
        <p:spPr>
          <a:xfrm>
            <a:off x="4922325" y="3733600"/>
            <a:ext cx="14343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1" name="Google Shape;41;p4"/>
          <p:cNvSpPr txBox="1"/>
          <p:nvPr>
            <p:ph idx="4" type="title"/>
          </p:nvPr>
        </p:nvSpPr>
        <p:spPr>
          <a:xfrm>
            <a:off x="2762650" y="3733600"/>
            <a:ext cx="13740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2" name="Google Shape;42;p4"/>
          <p:cNvSpPr txBox="1"/>
          <p:nvPr>
            <p:ph idx="5" type="title"/>
          </p:nvPr>
        </p:nvSpPr>
        <p:spPr>
          <a:xfrm>
            <a:off x="7136875" y="3733600"/>
            <a:ext cx="1245300" cy="1812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Font typeface="Tomorrow"/>
              <a:buNone/>
              <a:defRPr sz="1200">
                <a:solidFill>
                  <a:schemeClr val="lt1"/>
                </a:solidFill>
              </a:defRPr>
            </a:lvl1pPr>
            <a:lvl2pPr lvl="1" algn="r">
              <a:spcBef>
                <a:spcPts val="0"/>
              </a:spcBef>
              <a:spcAft>
                <a:spcPts val="0"/>
              </a:spcAft>
              <a:buClr>
                <a:schemeClr val="lt1"/>
              </a:buClr>
              <a:buSzPts val="1200"/>
              <a:buFont typeface="Tomorrow"/>
              <a:buNone/>
              <a:defRPr sz="1200">
                <a:solidFill>
                  <a:schemeClr val="lt1"/>
                </a:solidFill>
              </a:defRPr>
            </a:lvl2pPr>
            <a:lvl3pPr lvl="2" algn="r">
              <a:spcBef>
                <a:spcPts val="0"/>
              </a:spcBef>
              <a:spcAft>
                <a:spcPts val="0"/>
              </a:spcAft>
              <a:buClr>
                <a:schemeClr val="lt1"/>
              </a:buClr>
              <a:buSzPts val="1200"/>
              <a:buFont typeface="Tomorrow"/>
              <a:buNone/>
              <a:defRPr sz="1200">
                <a:solidFill>
                  <a:schemeClr val="lt1"/>
                </a:solidFill>
              </a:defRPr>
            </a:lvl3pPr>
            <a:lvl4pPr lvl="3" algn="r">
              <a:spcBef>
                <a:spcPts val="0"/>
              </a:spcBef>
              <a:spcAft>
                <a:spcPts val="0"/>
              </a:spcAft>
              <a:buClr>
                <a:schemeClr val="lt1"/>
              </a:buClr>
              <a:buSzPts val="1200"/>
              <a:buFont typeface="Tomorrow"/>
              <a:buNone/>
              <a:defRPr sz="1200">
                <a:solidFill>
                  <a:schemeClr val="lt1"/>
                </a:solidFill>
              </a:defRPr>
            </a:lvl4pPr>
            <a:lvl5pPr lvl="4" algn="r">
              <a:spcBef>
                <a:spcPts val="0"/>
              </a:spcBef>
              <a:spcAft>
                <a:spcPts val="0"/>
              </a:spcAft>
              <a:buClr>
                <a:schemeClr val="lt1"/>
              </a:buClr>
              <a:buSzPts val="1200"/>
              <a:buFont typeface="Tomorrow"/>
              <a:buNone/>
              <a:defRPr sz="1200">
                <a:solidFill>
                  <a:schemeClr val="lt1"/>
                </a:solidFill>
              </a:defRPr>
            </a:lvl5pPr>
            <a:lvl6pPr lvl="5" algn="r">
              <a:spcBef>
                <a:spcPts val="0"/>
              </a:spcBef>
              <a:spcAft>
                <a:spcPts val="0"/>
              </a:spcAft>
              <a:buClr>
                <a:schemeClr val="lt1"/>
              </a:buClr>
              <a:buSzPts val="1200"/>
              <a:buFont typeface="Tomorrow"/>
              <a:buNone/>
              <a:defRPr sz="1200">
                <a:solidFill>
                  <a:schemeClr val="lt1"/>
                </a:solidFill>
              </a:defRPr>
            </a:lvl6pPr>
            <a:lvl7pPr lvl="6" algn="r">
              <a:spcBef>
                <a:spcPts val="0"/>
              </a:spcBef>
              <a:spcAft>
                <a:spcPts val="0"/>
              </a:spcAft>
              <a:buClr>
                <a:schemeClr val="lt1"/>
              </a:buClr>
              <a:buSzPts val="1200"/>
              <a:buFont typeface="Tomorrow"/>
              <a:buNone/>
              <a:defRPr sz="1200">
                <a:solidFill>
                  <a:schemeClr val="lt1"/>
                </a:solidFill>
              </a:defRPr>
            </a:lvl7pPr>
            <a:lvl8pPr lvl="7" algn="r">
              <a:spcBef>
                <a:spcPts val="0"/>
              </a:spcBef>
              <a:spcAft>
                <a:spcPts val="0"/>
              </a:spcAft>
              <a:buClr>
                <a:schemeClr val="lt1"/>
              </a:buClr>
              <a:buSzPts val="1200"/>
              <a:buFont typeface="Tomorrow"/>
              <a:buNone/>
              <a:defRPr sz="1200">
                <a:solidFill>
                  <a:schemeClr val="lt1"/>
                </a:solidFill>
              </a:defRPr>
            </a:lvl8pPr>
            <a:lvl9pPr lvl="8" algn="r">
              <a:spcBef>
                <a:spcPts val="0"/>
              </a:spcBef>
              <a:spcAft>
                <a:spcPts val="0"/>
              </a:spcAft>
              <a:buClr>
                <a:schemeClr val="lt1"/>
              </a:buClr>
              <a:buSzPts val="1200"/>
              <a:buFont typeface="Tomorrow"/>
              <a:buNone/>
              <a:defRPr sz="1200">
                <a:solidFill>
                  <a:schemeClr val="lt1"/>
                </a:solidFill>
              </a:defRPr>
            </a:lvl9pPr>
          </a:lstStyle>
          <a:p/>
        </p:txBody>
      </p:sp>
      <p:sp>
        <p:nvSpPr>
          <p:cNvPr id="43" name="Google Shape;43;p4"/>
          <p:cNvSpPr txBox="1"/>
          <p:nvPr>
            <p:ph idx="6"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44" name="Google Shape;44;p4"/>
          <p:cNvSpPr/>
          <p:nvPr/>
        </p:nvSpPr>
        <p:spPr>
          <a:xfrm>
            <a:off x="80443" y="3542125"/>
            <a:ext cx="1154100" cy="16014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5" name="Google Shape;45;p4"/>
          <p:cNvSpPr/>
          <p:nvPr/>
        </p:nvSpPr>
        <p:spPr>
          <a:xfrm>
            <a:off x="1070582" y="3542125"/>
            <a:ext cx="1154100" cy="16014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 name="Google Shape;46;p4"/>
          <p:cNvSpPr/>
          <p:nvPr/>
        </p:nvSpPr>
        <p:spPr>
          <a:xfrm rot="-8100000">
            <a:off x="-182293" y="4161237"/>
            <a:ext cx="363170" cy="36317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 name="Google Shape;47;p4"/>
          <p:cNvSpPr/>
          <p:nvPr>
            <p:ph idx="7" type="pic"/>
          </p:nvPr>
        </p:nvSpPr>
        <p:spPr>
          <a:xfrm>
            <a:off x="4828800" y="772633"/>
            <a:ext cx="2117400" cy="2769900"/>
          </a:xfrm>
          <a:prstGeom prst="snip1Rect">
            <a:avLst>
              <a:gd fmla="val 16863" name="adj"/>
            </a:avLst>
          </a:prstGeom>
          <a:noFill/>
          <a:ln>
            <a:noFill/>
          </a:ln>
        </p:spPr>
      </p:sp>
      <p:sp>
        <p:nvSpPr>
          <p:cNvPr id="48" name="Google Shape;48;p4"/>
          <p:cNvSpPr/>
          <p:nvPr>
            <p:ph idx="8" type="pic"/>
          </p:nvPr>
        </p:nvSpPr>
        <p:spPr>
          <a:xfrm>
            <a:off x="7026475" y="772633"/>
            <a:ext cx="2117400" cy="2769900"/>
          </a:xfrm>
          <a:prstGeom prst="snip1Rect">
            <a:avLst>
              <a:gd fmla="val 17491" name="adj"/>
            </a:avLst>
          </a:prstGeom>
          <a:noFill/>
          <a:ln>
            <a:noFill/>
          </a:ln>
        </p:spPr>
      </p:sp>
      <p:sp>
        <p:nvSpPr>
          <p:cNvPr id="49" name="Google Shape;49;p4"/>
          <p:cNvSpPr/>
          <p:nvPr>
            <p:ph idx="9" type="pic"/>
          </p:nvPr>
        </p:nvSpPr>
        <p:spPr>
          <a:xfrm>
            <a:off x="2648963" y="772633"/>
            <a:ext cx="2117400" cy="2769900"/>
          </a:xfrm>
          <a:prstGeom prst="snip1Rect">
            <a:avLst>
              <a:gd fmla="val 16863" name="adj"/>
            </a:avLst>
          </a:prstGeom>
          <a:noFill/>
          <a:ln>
            <a:noFill/>
          </a:ln>
        </p:spPr>
      </p:sp>
      <p:sp>
        <p:nvSpPr>
          <p:cNvPr id="50" name="Google Shape;50;p4"/>
          <p:cNvSpPr txBox="1"/>
          <p:nvPr>
            <p:ph idx="13" type="ctrTitle"/>
          </p:nvPr>
        </p:nvSpPr>
        <p:spPr>
          <a:xfrm>
            <a:off x="335400" y="466575"/>
            <a:ext cx="2148300" cy="3068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grpSp>
        <p:nvGrpSpPr>
          <p:cNvPr id="51" name="Google Shape;51;p4"/>
          <p:cNvGrpSpPr/>
          <p:nvPr/>
        </p:nvGrpSpPr>
        <p:grpSpPr>
          <a:xfrm>
            <a:off x="-3175" y="1"/>
            <a:ext cx="9146700" cy="330024"/>
            <a:chOff x="-3175" y="1"/>
            <a:chExt cx="9146700" cy="330024"/>
          </a:xfrm>
        </p:grpSpPr>
        <p:sp>
          <p:nvSpPr>
            <p:cNvPr id="52" name="Google Shape;52;p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3" name="Google Shape;53;p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54" name="Google Shape;54;p4"/>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55" name="Google Shape;55;p4"/>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56" name="Google Shape;56;p4"/>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3 - Alt">
  <p:cSld name="CUSTOM_22">
    <p:bg>
      <p:bgPr>
        <a:solidFill>
          <a:schemeClr val="lt2"/>
        </a:solidFill>
      </p:bgPr>
    </p:bg>
    <p:spTree>
      <p:nvGrpSpPr>
        <p:cNvPr id="57" name="Shape 57"/>
        <p:cNvGrpSpPr/>
        <p:nvPr/>
      </p:nvGrpSpPr>
      <p:grpSpPr>
        <a:xfrm>
          <a:off x="0" y="0"/>
          <a:ext cx="0" cy="0"/>
          <a:chOff x="0" y="0"/>
          <a:chExt cx="0" cy="0"/>
        </a:xfrm>
      </p:grpSpPr>
      <p:sp>
        <p:nvSpPr>
          <p:cNvPr id="58" name="Google Shape;58;p5"/>
          <p:cNvSpPr/>
          <p:nvPr/>
        </p:nvSpPr>
        <p:spPr>
          <a:xfrm>
            <a:off x="1875" y="3542125"/>
            <a:ext cx="9144000" cy="1601400"/>
          </a:xfrm>
          <a:prstGeom prst="snip1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Nunito Sans"/>
              <a:ea typeface="Nunito Sans"/>
              <a:cs typeface="Nunito Sans"/>
              <a:sym typeface="Nunito Sans"/>
            </a:endParaRPr>
          </a:p>
        </p:txBody>
      </p:sp>
      <p:sp>
        <p:nvSpPr>
          <p:cNvPr id="59" name="Google Shape;59;p5"/>
          <p:cNvSpPr txBox="1"/>
          <p:nvPr>
            <p:ph idx="1" type="subTitle"/>
          </p:nvPr>
        </p:nvSpPr>
        <p:spPr>
          <a:xfrm>
            <a:off x="4922325" y="3969850"/>
            <a:ext cx="19731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0" name="Google Shape;60;p5"/>
          <p:cNvSpPr txBox="1"/>
          <p:nvPr>
            <p:ph idx="2" type="subTitle"/>
          </p:nvPr>
        </p:nvSpPr>
        <p:spPr>
          <a:xfrm>
            <a:off x="2762650" y="3969850"/>
            <a:ext cx="18249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1" name="Google Shape;61;p5"/>
          <p:cNvSpPr txBox="1"/>
          <p:nvPr>
            <p:ph idx="3" type="subTitle"/>
          </p:nvPr>
        </p:nvSpPr>
        <p:spPr>
          <a:xfrm>
            <a:off x="7136875" y="3969850"/>
            <a:ext cx="1776000" cy="11544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62" name="Google Shape;62;p5"/>
          <p:cNvSpPr txBox="1"/>
          <p:nvPr>
            <p:ph type="title"/>
          </p:nvPr>
        </p:nvSpPr>
        <p:spPr>
          <a:xfrm>
            <a:off x="4922325" y="3733600"/>
            <a:ext cx="12393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sp>
        <p:nvSpPr>
          <p:cNvPr id="63" name="Google Shape;63;p5"/>
          <p:cNvSpPr txBox="1"/>
          <p:nvPr>
            <p:ph idx="4" type="title"/>
          </p:nvPr>
        </p:nvSpPr>
        <p:spPr>
          <a:xfrm>
            <a:off x="2762650" y="3733600"/>
            <a:ext cx="11274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sp>
        <p:nvSpPr>
          <p:cNvPr id="64" name="Google Shape;64;p5"/>
          <p:cNvSpPr txBox="1"/>
          <p:nvPr>
            <p:ph idx="5" type="title"/>
          </p:nvPr>
        </p:nvSpPr>
        <p:spPr>
          <a:xfrm>
            <a:off x="7136875" y="3733600"/>
            <a:ext cx="1271400" cy="1812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Tomorrow"/>
              <a:buNone/>
              <a:defRPr sz="1200"/>
            </a:lvl1pPr>
            <a:lvl2pPr lvl="1" algn="r">
              <a:spcBef>
                <a:spcPts val="0"/>
              </a:spcBef>
              <a:spcAft>
                <a:spcPts val="0"/>
              </a:spcAft>
              <a:buSzPts val="1200"/>
              <a:buFont typeface="Tomorrow"/>
              <a:buNone/>
              <a:defRPr sz="1200"/>
            </a:lvl2pPr>
            <a:lvl3pPr lvl="2" algn="r">
              <a:spcBef>
                <a:spcPts val="0"/>
              </a:spcBef>
              <a:spcAft>
                <a:spcPts val="0"/>
              </a:spcAft>
              <a:buSzPts val="1200"/>
              <a:buFont typeface="Tomorrow"/>
              <a:buNone/>
              <a:defRPr sz="1200"/>
            </a:lvl3pPr>
            <a:lvl4pPr lvl="3" algn="r">
              <a:spcBef>
                <a:spcPts val="0"/>
              </a:spcBef>
              <a:spcAft>
                <a:spcPts val="0"/>
              </a:spcAft>
              <a:buSzPts val="1200"/>
              <a:buFont typeface="Tomorrow"/>
              <a:buNone/>
              <a:defRPr sz="1200"/>
            </a:lvl4pPr>
            <a:lvl5pPr lvl="4" algn="r">
              <a:spcBef>
                <a:spcPts val="0"/>
              </a:spcBef>
              <a:spcAft>
                <a:spcPts val="0"/>
              </a:spcAft>
              <a:buSzPts val="1200"/>
              <a:buFont typeface="Tomorrow"/>
              <a:buNone/>
              <a:defRPr sz="1200"/>
            </a:lvl5pPr>
            <a:lvl6pPr lvl="5" algn="r">
              <a:spcBef>
                <a:spcPts val="0"/>
              </a:spcBef>
              <a:spcAft>
                <a:spcPts val="0"/>
              </a:spcAft>
              <a:buSzPts val="1200"/>
              <a:buFont typeface="Tomorrow"/>
              <a:buNone/>
              <a:defRPr sz="1200"/>
            </a:lvl6pPr>
            <a:lvl7pPr lvl="6" algn="r">
              <a:spcBef>
                <a:spcPts val="0"/>
              </a:spcBef>
              <a:spcAft>
                <a:spcPts val="0"/>
              </a:spcAft>
              <a:buSzPts val="1200"/>
              <a:buFont typeface="Tomorrow"/>
              <a:buNone/>
              <a:defRPr sz="1200"/>
            </a:lvl7pPr>
            <a:lvl8pPr lvl="7" algn="r">
              <a:spcBef>
                <a:spcPts val="0"/>
              </a:spcBef>
              <a:spcAft>
                <a:spcPts val="0"/>
              </a:spcAft>
              <a:buSzPts val="1200"/>
              <a:buFont typeface="Tomorrow"/>
              <a:buNone/>
              <a:defRPr sz="1200"/>
            </a:lvl8pPr>
            <a:lvl9pPr lvl="8" algn="r">
              <a:spcBef>
                <a:spcPts val="0"/>
              </a:spcBef>
              <a:spcAft>
                <a:spcPts val="0"/>
              </a:spcAft>
              <a:buSzPts val="1200"/>
              <a:buFont typeface="Tomorrow"/>
              <a:buNone/>
              <a:defRPr sz="1200"/>
            </a:lvl9pPr>
          </a:lstStyle>
          <a:p/>
        </p:txBody>
      </p:sp>
      <p:grpSp>
        <p:nvGrpSpPr>
          <p:cNvPr id="65" name="Google Shape;65;p5"/>
          <p:cNvGrpSpPr/>
          <p:nvPr/>
        </p:nvGrpSpPr>
        <p:grpSpPr>
          <a:xfrm>
            <a:off x="8862746" y="134752"/>
            <a:ext cx="154148" cy="134734"/>
            <a:chOff x="8834250" y="614850"/>
            <a:chExt cx="221700" cy="193750"/>
          </a:xfrm>
        </p:grpSpPr>
        <p:cxnSp>
          <p:nvCxnSpPr>
            <p:cNvPr id="66" name="Google Shape;66;p5"/>
            <p:cNvCxnSpPr/>
            <p:nvPr/>
          </p:nvCxnSpPr>
          <p:spPr>
            <a:xfrm>
              <a:off x="8834250" y="614850"/>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67" name="Google Shape;67;p5"/>
            <p:cNvCxnSpPr/>
            <p:nvPr/>
          </p:nvCxnSpPr>
          <p:spPr>
            <a:xfrm>
              <a:off x="8834250" y="711725"/>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68" name="Google Shape;68;p5"/>
            <p:cNvCxnSpPr/>
            <p:nvPr/>
          </p:nvCxnSpPr>
          <p:spPr>
            <a:xfrm>
              <a:off x="8834250" y="808600"/>
              <a:ext cx="221700" cy="0"/>
            </a:xfrm>
            <a:prstGeom prst="straightConnector1">
              <a:avLst/>
            </a:prstGeom>
            <a:noFill/>
            <a:ln cap="flat" cmpd="sng" w="19050">
              <a:solidFill>
                <a:schemeClr val="accent4"/>
              </a:solidFill>
              <a:prstDash val="solid"/>
              <a:round/>
              <a:headEnd len="sm" w="sm" type="none"/>
              <a:tailEnd len="sm" w="sm" type="none"/>
            </a:ln>
          </p:spPr>
        </p:cxnSp>
      </p:grpSp>
      <p:grpSp>
        <p:nvGrpSpPr>
          <p:cNvPr id="69" name="Google Shape;69;p5"/>
          <p:cNvGrpSpPr/>
          <p:nvPr/>
        </p:nvGrpSpPr>
        <p:grpSpPr>
          <a:xfrm flipH="1">
            <a:off x="8999" y="37915"/>
            <a:ext cx="9125126" cy="291995"/>
            <a:chOff x="4479" y="3800650"/>
            <a:chExt cx="9145246" cy="187200"/>
          </a:xfrm>
        </p:grpSpPr>
        <p:cxnSp>
          <p:nvCxnSpPr>
            <p:cNvPr id="70" name="Google Shape;70;p5"/>
            <p:cNvCxnSpPr/>
            <p:nvPr/>
          </p:nvCxnSpPr>
          <p:spPr>
            <a:xfrm rot="10800000">
              <a:off x="3567025" y="3987275"/>
              <a:ext cx="5582700" cy="0"/>
            </a:xfrm>
            <a:prstGeom prst="straightConnector1">
              <a:avLst/>
            </a:prstGeom>
            <a:noFill/>
            <a:ln cap="flat" cmpd="sng" w="9525">
              <a:solidFill>
                <a:schemeClr val="accent5"/>
              </a:solidFill>
              <a:prstDash val="solid"/>
              <a:round/>
              <a:headEnd len="sm" w="sm" type="none"/>
              <a:tailEnd len="sm" w="sm" type="none"/>
            </a:ln>
          </p:spPr>
        </p:cxnSp>
        <p:cxnSp>
          <p:nvCxnSpPr>
            <p:cNvPr id="71" name="Google Shape;71;p5"/>
            <p:cNvCxnSpPr/>
            <p:nvPr/>
          </p:nvCxnSpPr>
          <p:spPr>
            <a:xfrm rot="10800000">
              <a:off x="3242975" y="3800650"/>
              <a:ext cx="324000" cy="18720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5"/>
            <p:cNvCxnSpPr/>
            <p:nvPr/>
          </p:nvCxnSpPr>
          <p:spPr>
            <a:xfrm rot="10800000">
              <a:off x="4479" y="3800650"/>
              <a:ext cx="3238500" cy="0"/>
            </a:xfrm>
            <a:prstGeom prst="straightConnector1">
              <a:avLst/>
            </a:prstGeom>
            <a:noFill/>
            <a:ln cap="flat" cmpd="sng" w="9525">
              <a:solidFill>
                <a:schemeClr val="accent5"/>
              </a:solidFill>
              <a:prstDash val="solid"/>
              <a:round/>
              <a:headEnd len="sm" w="sm" type="none"/>
              <a:tailEnd len="sm" w="sm" type="none"/>
            </a:ln>
          </p:spPr>
        </p:cxnSp>
      </p:grpSp>
      <p:sp>
        <p:nvSpPr>
          <p:cNvPr id="73" name="Google Shape;73;p5"/>
          <p:cNvSpPr txBox="1"/>
          <p:nvPr>
            <p:ph idx="6" type="ctrTitle"/>
          </p:nvPr>
        </p:nvSpPr>
        <p:spPr>
          <a:xfrm>
            <a:off x="335400" y="466575"/>
            <a:ext cx="2040300" cy="3068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2300"/>
              <a:buFont typeface="Tomorrow Light"/>
              <a:buNone/>
              <a:defRPr sz="2300">
                <a:solidFill>
                  <a:schemeClr val="accent2"/>
                </a:solidFill>
                <a:latin typeface="Tomorrow Light"/>
                <a:ea typeface="Tomorrow Light"/>
                <a:cs typeface="Tomorrow Light"/>
                <a:sym typeface="Tomorrow Light"/>
              </a:defRPr>
            </a:lvl1pPr>
            <a:lvl2pPr lvl="1">
              <a:spcBef>
                <a:spcPts val="0"/>
              </a:spcBef>
              <a:spcAft>
                <a:spcPts val="0"/>
              </a:spcAft>
              <a:buClr>
                <a:schemeClr val="accent2"/>
              </a:buClr>
              <a:buSzPts val="2300"/>
              <a:buNone/>
              <a:defRPr sz="2300" u="sng">
                <a:solidFill>
                  <a:schemeClr val="accent2"/>
                </a:solidFill>
              </a:defRPr>
            </a:lvl2pPr>
            <a:lvl3pPr lvl="2">
              <a:spcBef>
                <a:spcPts val="0"/>
              </a:spcBef>
              <a:spcAft>
                <a:spcPts val="0"/>
              </a:spcAft>
              <a:buClr>
                <a:schemeClr val="accent2"/>
              </a:buClr>
              <a:buSzPts val="2300"/>
              <a:buNone/>
              <a:defRPr sz="2300" u="sng">
                <a:solidFill>
                  <a:schemeClr val="accent2"/>
                </a:solidFill>
              </a:defRPr>
            </a:lvl3pPr>
            <a:lvl4pPr lvl="3">
              <a:spcBef>
                <a:spcPts val="0"/>
              </a:spcBef>
              <a:spcAft>
                <a:spcPts val="0"/>
              </a:spcAft>
              <a:buClr>
                <a:schemeClr val="accent2"/>
              </a:buClr>
              <a:buSzPts val="2300"/>
              <a:buNone/>
              <a:defRPr sz="2300" u="sng">
                <a:solidFill>
                  <a:schemeClr val="accent2"/>
                </a:solidFill>
              </a:defRPr>
            </a:lvl4pPr>
            <a:lvl5pPr lvl="4">
              <a:spcBef>
                <a:spcPts val="0"/>
              </a:spcBef>
              <a:spcAft>
                <a:spcPts val="0"/>
              </a:spcAft>
              <a:buClr>
                <a:schemeClr val="accent2"/>
              </a:buClr>
              <a:buSzPts val="2300"/>
              <a:buNone/>
              <a:defRPr sz="2300" u="sng">
                <a:solidFill>
                  <a:schemeClr val="accent2"/>
                </a:solidFill>
              </a:defRPr>
            </a:lvl5pPr>
            <a:lvl6pPr lvl="5">
              <a:spcBef>
                <a:spcPts val="0"/>
              </a:spcBef>
              <a:spcAft>
                <a:spcPts val="0"/>
              </a:spcAft>
              <a:buClr>
                <a:schemeClr val="accent2"/>
              </a:buClr>
              <a:buSzPts val="2300"/>
              <a:buNone/>
              <a:defRPr sz="2300" u="sng">
                <a:solidFill>
                  <a:schemeClr val="accent2"/>
                </a:solidFill>
              </a:defRPr>
            </a:lvl6pPr>
            <a:lvl7pPr lvl="6">
              <a:spcBef>
                <a:spcPts val="0"/>
              </a:spcBef>
              <a:spcAft>
                <a:spcPts val="0"/>
              </a:spcAft>
              <a:buClr>
                <a:schemeClr val="accent2"/>
              </a:buClr>
              <a:buSzPts val="2300"/>
              <a:buNone/>
              <a:defRPr sz="2300" u="sng">
                <a:solidFill>
                  <a:schemeClr val="accent2"/>
                </a:solidFill>
              </a:defRPr>
            </a:lvl7pPr>
            <a:lvl8pPr lvl="7">
              <a:spcBef>
                <a:spcPts val="0"/>
              </a:spcBef>
              <a:spcAft>
                <a:spcPts val="0"/>
              </a:spcAft>
              <a:buClr>
                <a:schemeClr val="accent2"/>
              </a:buClr>
              <a:buSzPts val="2300"/>
              <a:buNone/>
              <a:defRPr sz="2300" u="sng">
                <a:solidFill>
                  <a:schemeClr val="accent2"/>
                </a:solidFill>
              </a:defRPr>
            </a:lvl8pPr>
            <a:lvl9pPr lvl="8">
              <a:spcBef>
                <a:spcPts val="0"/>
              </a:spcBef>
              <a:spcAft>
                <a:spcPts val="0"/>
              </a:spcAft>
              <a:buClr>
                <a:schemeClr val="accent2"/>
              </a:buClr>
              <a:buSzPts val="2300"/>
              <a:buNone/>
              <a:defRPr sz="2300" u="sng">
                <a:solidFill>
                  <a:schemeClr val="accent2"/>
                </a:solidFill>
              </a:defRPr>
            </a:lvl9pPr>
          </a:lstStyle>
          <a:p/>
        </p:txBody>
      </p:sp>
      <p:sp>
        <p:nvSpPr>
          <p:cNvPr id="74" name="Google Shape;74;p5"/>
          <p:cNvSpPr/>
          <p:nvPr>
            <p:ph idx="7" type="pic"/>
          </p:nvPr>
        </p:nvSpPr>
        <p:spPr>
          <a:xfrm>
            <a:off x="4828800" y="772633"/>
            <a:ext cx="2117400" cy="2769900"/>
          </a:xfrm>
          <a:prstGeom prst="snip1Rect">
            <a:avLst>
              <a:gd fmla="val 16863" name="adj"/>
            </a:avLst>
          </a:prstGeom>
          <a:noFill/>
          <a:ln>
            <a:noFill/>
          </a:ln>
        </p:spPr>
      </p:sp>
      <p:sp>
        <p:nvSpPr>
          <p:cNvPr id="75" name="Google Shape;75;p5"/>
          <p:cNvSpPr/>
          <p:nvPr>
            <p:ph idx="8" type="pic"/>
          </p:nvPr>
        </p:nvSpPr>
        <p:spPr>
          <a:xfrm>
            <a:off x="7026475" y="772633"/>
            <a:ext cx="2117400" cy="2769900"/>
          </a:xfrm>
          <a:prstGeom prst="snip1Rect">
            <a:avLst>
              <a:gd fmla="val 17491" name="adj"/>
            </a:avLst>
          </a:prstGeom>
          <a:noFill/>
          <a:ln>
            <a:noFill/>
          </a:ln>
        </p:spPr>
      </p:sp>
      <p:sp>
        <p:nvSpPr>
          <p:cNvPr id="76" name="Google Shape;76;p5"/>
          <p:cNvSpPr/>
          <p:nvPr>
            <p:ph idx="9" type="pic"/>
          </p:nvPr>
        </p:nvSpPr>
        <p:spPr>
          <a:xfrm>
            <a:off x="2648963" y="772633"/>
            <a:ext cx="2117400" cy="2769900"/>
          </a:xfrm>
          <a:prstGeom prst="snip1Rect">
            <a:avLst>
              <a:gd fmla="val 16863" name="adj"/>
            </a:avLst>
          </a:prstGeom>
          <a:noFill/>
          <a:ln>
            <a:noFill/>
          </a:ln>
        </p:spPr>
      </p:sp>
      <p:sp>
        <p:nvSpPr>
          <p:cNvPr id="77" name="Google Shape;77;p5"/>
          <p:cNvSpPr txBox="1"/>
          <p:nvPr>
            <p:ph idx="13"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78" name="Google Shape;78;p5"/>
          <p:cNvSpPr/>
          <p:nvPr/>
        </p:nvSpPr>
        <p:spPr>
          <a:xfrm>
            <a:off x="80443" y="3542125"/>
            <a:ext cx="1154100" cy="1601400"/>
          </a:xfrm>
          <a:prstGeom prst="chevron">
            <a:avLst>
              <a:gd fmla="val 6790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79" name="Google Shape;79;p5"/>
          <p:cNvSpPr/>
          <p:nvPr/>
        </p:nvSpPr>
        <p:spPr>
          <a:xfrm>
            <a:off x="1070582" y="3542125"/>
            <a:ext cx="1154100" cy="1601400"/>
          </a:xfrm>
          <a:prstGeom prst="chevron">
            <a:avLst>
              <a:gd fmla="val 6790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0" name="Google Shape;80;p5"/>
          <p:cNvSpPr/>
          <p:nvPr/>
        </p:nvSpPr>
        <p:spPr>
          <a:xfrm rot="-8100000">
            <a:off x="-182293" y="4161237"/>
            <a:ext cx="363170" cy="36317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p:cSld name="CUSTOM_1">
    <p:bg>
      <p:bgPr>
        <a:solidFill>
          <a:schemeClr val="dk1"/>
        </a:solidFill>
      </p:bgPr>
    </p:bg>
    <p:spTree>
      <p:nvGrpSpPr>
        <p:cNvPr id="81" name="Shape 81"/>
        <p:cNvGrpSpPr/>
        <p:nvPr/>
      </p:nvGrpSpPr>
      <p:grpSpPr>
        <a:xfrm>
          <a:off x="0" y="0"/>
          <a:ext cx="0" cy="0"/>
          <a:chOff x="0" y="0"/>
          <a:chExt cx="0" cy="0"/>
        </a:xfrm>
      </p:grpSpPr>
      <p:cxnSp>
        <p:nvCxnSpPr>
          <p:cNvPr id="82" name="Google Shape;82;p6"/>
          <p:cNvCxnSpPr/>
          <p:nvPr/>
        </p:nvCxnSpPr>
        <p:spPr>
          <a:xfrm>
            <a:off x="447925" y="582000"/>
            <a:ext cx="0" cy="4264500"/>
          </a:xfrm>
          <a:prstGeom prst="straightConnector1">
            <a:avLst/>
          </a:prstGeom>
          <a:noFill/>
          <a:ln cap="flat" cmpd="sng" w="9525">
            <a:solidFill>
              <a:schemeClr val="dk2"/>
            </a:solidFill>
            <a:prstDash val="solid"/>
            <a:round/>
            <a:headEnd len="sm" w="sm" type="none"/>
            <a:tailEnd len="sm" w="sm" type="none"/>
          </a:ln>
        </p:spPr>
      </p:cxnSp>
      <p:cxnSp>
        <p:nvCxnSpPr>
          <p:cNvPr id="83" name="Google Shape;83;p6"/>
          <p:cNvCxnSpPr/>
          <p:nvPr/>
        </p:nvCxnSpPr>
        <p:spPr>
          <a:xfrm rot="10800000">
            <a:off x="445650" y="580625"/>
            <a:ext cx="8260200" cy="0"/>
          </a:xfrm>
          <a:prstGeom prst="straightConnector1">
            <a:avLst/>
          </a:prstGeom>
          <a:noFill/>
          <a:ln cap="flat" cmpd="sng" w="9525">
            <a:solidFill>
              <a:schemeClr val="dk2"/>
            </a:solidFill>
            <a:prstDash val="solid"/>
            <a:round/>
            <a:headEnd len="sm" w="sm" type="none"/>
            <a:tailEnd len="sm" w="sm" type="none"/>
          </a:ln>
        </p:spPr>
      </p:cxnSp>
      <p:cxnSp>
        <p:nvCxnSpPr>
          <p:cNvPr id="84" name="Google Shape;84;p6"/>
          <p:cNvCxnSpPr/>
          <p:nvPr/>
        </p:nvCxnSpPr>
        <p:spPr>
          <a:xfrm rot="10800000">
            <a:off x="8705813" y="585638"/>
            <a:ext cx="0" cy="4262700"/>
          </a:xfrm>
          <a:prstGeom prst="straightConnector1">
            <a:avLst/>
          </a:prstGeom>
          <a:noFill/>
          <a:ln cap="flat" cmpd="sng" w="9525">
            <a:solidFill>
              <a:schemeClr val="dk2"/>
            </a:solidFill>
            <a:prstDash val="solid"/>
            <a:round/>
            <a:headEnd len="sm" w="sm" type="none"/>
            <a:tailEnd len="sm" w="sm" type="none"/>
          </a:ln>
        </p:spPr>
      </p:cxnSp>
      <p:cxnSp>
        <p:nvCxnSpPr>
          <p:cNvPr id="85" name="Google Shape;85;p6"/>
          <p:cNvCxnSpPr/>
          <p:nvPr/>
        </p:nvCxnSpPr>
        <p:spPr>
          <a:xfrm>
            <a:off x="449800" y="4849725"/>
            <a:ext cx="8257200" cy="0"/>
          </a:xfrm>
          <a:prstGeom prst="straightConnector1">
            <a:avLst/>
          </a:prstGeom>
          <a:noFill/>
          <a:ln cap="flat" cmpd="sng" w="9525">
            <a:solidFill>
              <a:schemeClr val="dk2"/>
            </a:solidFill>
            <a:prstDash val="solid"/>
            <a:round/>
            <a:headEnd len="sm" w="sm" type="none"/>
            <a:tailEnd len="sm" w="sm" type="none"/>
          </a:ln>
        </p:spPr>
      </p:cxnSp>
      <p:sp>
        <p:nvSpPr>
          <p:cNvPr id="86" name="Google Shape;86;p6"/>
          <p:cNvSpPr/>
          <p:nvPr/>
        </p:nvSpPr>
        <p:spPr>
          <a:xfrm>
            <a:off x="8653475" y="528275"/>
            <a:ext cx="104700" cy="10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6"/>
          <p:cNvSpPr/>
          <p:nvPr/>
        </p:nvSpPr>
        <p:spPr>
          <a:xfrm>
            <a:off x="86534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8" name="Google Shape;88;p6"/>
          <p:cNvSpPr/>
          <p:nvPr/>
        </p:nvSpPr>
        <p:spPr>
          <a:xfrm>
            <a:off x="395575" y="5282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9" name="Google Shape;89;p6"/>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0" name="Google Shape;90;p6"/>
          <p:cNvSpPr txBox="1"/>
          <p:nvPr>
            <p:ph idx="1" type="subTitle"/>
          </p:nvPr>
        </p:nvSpPr>
        <p:spPr>
          <a:xfrm>
            <a:off x="5231050" y="1674350"/>
            <a:ext cx="2865300" cy="2375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91" name="Google Shape;91;p6"/>
          <p:cNvSpPr txBox="1"/>
          <p:nvPr>
            <p:ph idx="2"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a:buNone/>
              <a:defRPr sz="1000">
                <a:solidFill>
                  <a:schemeClr val="lt1"/>
                </a:solidFill>
              </a:defRPr>
            </a:lvl1pPr>
            <a:lvl2pPr lvl="1">
              <a:lnSpc>
                <a:spcPct val="150000"/>
              </a:lnSpc>
              <a:spcBef>
                <a:spcPts val="0"/>
              </a:spcBef>
              <a:spcAft>
                <a:spcPts val="0"/>
              </a:spcAft>
              <a:buClr>
                <a:schemeClr val="lt1"/>
              </a:buClr>
              <a:buSzPts val="1000"/>
              <a:buFont typeface="Nunito Sans"/>
              <a:buNone/>
              <a:defRPr sz="1000">
                <a:solidFill>
                  <a:schemeClr val="lt1"/>
                </a:solidFill>
              </a:defRPr>
            </a:lvl2pPr>
            <a:lvl3pPr lvl="2">
              <a:lnSpc>
                <a:spcPct val="150000"/>
              </a:lnSpc>
              <a:spcBef>
                <a:spcPts val="0"/>
              </a:spcBef>
              <a:spcAft>
                <a:spcPts val="0"/>
              </a:spcAft>
              <a:buClr>
                <a:schemeClr val="lt1"/>
              </a:buClr>
              <a:buSzPts val="1000"/>
              <a:buFont typeface="Nunito Sans"/>
              <a:buNone/>
              <a:defRPr sz="1000">
                <a:solidFill>
                  <a:schemeClr val="lt1"/>
                </a:solidFill>
              </a:defRPr>
            </a:lvl3pPr>
            <a:lvl4pPr lvl="3">
              <a:lnSpc>
                <a:spcPct val="150000"/>
              </a:lnSpc>
              <a:spcBef>
                <a:spcPts val="0"/>
              </a:spcBef>
              <a:spcAft>
                <a:spcPts val="0"/>
              </a:spcAft>
              <a:buClr>
                <a:schemeClr val="lt1"/>
              </a:buClr>
              <a:buSzPts val="1000"/>
              <a:buFont typeface="Nunito Sans"/>
              <a:buNone/>
              <a:defRPr sz="1000">
                <a:solidFill>
                  <a:schemeClr val="lt1"/>
                </a:solidFill>
              </a:defRPr>
            </a:lvl4pPr>
            <a:lvl5pPr lvl="4">
              <a:lnSpc>
                <a:spcPct val="150000"/>
              </a:lnSpc>
              <a:spcBef>
                <a:spcPts val="0"/>
              </a:spcBef>
              <a:spcAft>
                <a:spcPts val="0"/>
              </a:spcAft>
              <a:buClr>
                <a:schemeClr val="lt1"/>
              </a:buClr>
              <a:buSzPts val="1000"/>
              <a:buFont typeface="Nunito Sans"/>
              <a:buNone/>
              <a:defRPr sz="1000">
                <a:solidFill>
                  <a:schemeClr val="lt1"/>
                </a:solidFill>
              </a:defRPr>
            </a:lvl5pPr>
            <a:lvl6pPr lvl="5">
              <a:lnSpc>
                <a:spcPct val="150000"/>
              </a:lnSpc>
              <a:spcBef>
                <a:spcPts val="0"/>
              </a:spcBef>
              <a:spcAft>
                <a:spcPts val="0"/>
              </a:spcAft>
              <a:buClr>
                <a:schemeClr val="lt1"/>
              </a:buClr>
              <a:buSzPts val="1000"/>
              <a:buFont typeface="Nunito Sans"/>
              <a:buNone/>
              <a:defRPr sz="1000">
                <a:solidFill>
                  <a:schemeClr val="lt1"/>
                </a:solidFill>
              </a:defRPr>
            </a:lvl6pPr>
            <a:lvl7pPr lvl="6">
              <a:lnSpc>
                <a:spcPct val="150000"/>
              </a:lnSpc>
              <a:spcBef>
                <a:spcPts val="0"/>
              </a:spcBef>
              <a:spcAft>
                <a:spcPts val="0"/>
              </a:spcAft>
              <a:buClr>
                <a:schemeClr val="lt1"/>
              </a:buClr>
              <a:buSzPts val="1000"/>
              <a:buFont typeface="Nunito Sans"/>
              <a:buNone/>
              <a:defRPr sz="1000">
                <a:solidFill>
                  <a:schemeClr val="lt1"/>
                </a:solidFill>
              </a:defRPr>
            </a:lvl7pPr>
            <a:lvl8pPr lvl="7">
              <a:lnSpc>
                <a:spcPct val="150000"/>
              </a:lnSpc>
              <a:spcBef>
                <a:spcPts val="0"/>
              </a:spcBef>
              <a:spcAft>
                <a:spcPts val="0"/>
              </a:spcAft>
              <a:buClr>
                <a:schemeClr val="lt1"/>
              </a:buClr>
              <a:buSzPts val="1000"/>
              <a:buFont typeface="Nunito Sans"/>
              <a:buNone/>
              <a:defRPr sz="1000">
                <a:solidFill>
                  <a:schemeClr val="lt1"/>
                </a:solidFill>
              </a:defRPr>
            </a:lvl8pPr>
            <a:lvl9pPr lvl="8">
              <a:lnSpc>
                <a:spcPct val="150000"/>
              </a:lnSpc>
              <a:spcBef>
                <a:spcPts val="0"/>
              </a:spcBef>
              <a:spcAft>
                <a:spcPts val="0"/>
              </a:spcAft>
              <a:buClr>
                <a:schemeClr val="lt1"/>
              </a:buClr>
              <a:buSzPts val="1000"/>
              <a:buFont typeface="Nunito Sans"/>
              <a:buNone/>
              <a:defRPr sz="1000">
                <a:solidFill>
                  <a:schemeClr val="lt1"/>
                </a:solidFill>
              </a:defRPr>
            </a:lvl9pPr>
          </a:lstStyle>
          <a:p/>
        </p:txBody>
      </p:sp>
      <p:sp>
        <p:nvSpPr>
          <p:cNvPr id="92" name="Google Shape;92;p6"/>
          <p:cNvSpPr/>
          <p:nvPr/>
        </p:nvSpPr>
        <p:spPr>
          <a:xfrm>
            <a:off x="75" y="742375"/>
            <a:ext cx="4653000" cy="4401000"/>
          </a:xfrm>
          <a:prstGeom prst="snip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3" name="Google Shape;93;p6"/>
          <p:cNvSpPr txBox="1"/>
          <p:nvPr>
            <p:ph type="ctrTitle"/>
          </p:nvPr>
        </p:nvSpPr>
        <p:spPr>
          <a:xfrm>
            <a:off x="5135325" y="915000"/>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None/>
              <a:defRPr sz="1500">
                <a:solidFill>
                  <a:schemeClr val="lt1"/>
                </a:solidFill>
              </a:defRPr>
            </a:lvl1pPr>
            <a:lvl2pPr lvl="1">
              <a:spcBef>
                <a:spcPts val="0"/>
              </a:spcBef>
              <a:spcAft>
                <a:spcPts val="0"/>
              </a:spcAft>
              <a:buClr>
                <a:schemeClr val="lt1"/>
              </a:buClr>
              <a:buSzPts val="1500"/>
              <a:buNone/>
              <a:defRPr sz="1500">
                <a:solidFill>
                  <a:schemeClr val="lt1"/>
                </a:solidFill>
              </a:defRPr>
            </a:lvl2pPr>
            <a:lvl3pPr lvl="2">
              <a:spcBef>
                <a:spcPts val="0"/>
              </a:spcBef>
              <a:spcAft>
                <a:spcPts val="0"/>
              </a:spcAft>
              <a:buClr>
                <a:schemeClr val="lt1"/>
              </a:buClr>
              <a:buSzPts val="1500"/>
              <a:buNone/>
              <a:defRPr sz="1500">
                <a:solidFill>
                  <a:schemeClr val="lt1"/>
                </a:solidFill>
              </a:defRPr>
            </a:lvl3pPr>
            <a:lvl4pPr lvl="3">
              <a:spcBef>
                <a:spcPts val="0"/>
              </a:spcBef>
              <a:spcAft>
                <a:spcPts val="0"/>
              </a:spcAft>
              <a:buClr>
                <a:schemeClr val="lt1"/>
              </a:buClr>
              <a:buSzPts val="1500"/>
              <a:buNone/>
              <a:defRPr sz="1500">
                <a:solidFill>
                  <a:schemeClr val="lt1"/>
                </a:solidFill>
              </a:defRPr>
            </a:lvl4pPr>
            <a:lvl5pPr lvl="4">
              <a:spcBef>
                <a:spcPts val="0"/>
              </a:spcBef>
              <a:spcAft>
                <a:spcPts val="0"/>
              </a:spcAft>
              <a:buClr>
                <a:schemeClr val="lt1"/>
              </a:buClr>
              <a:buSzPts val="1500"/>
              <a:buNone/>
              <a:defRPr sz="1500">
                <a:solidFill>
                  <a:schemeClr val="lt1"/>
                </a:solidFill>
              </a:defRPr>
            </a:lvl5pPr>
            <a:lvl6pPr lvl="5">
              <a:spcBef>
                <a:spcPts val="0"/>
              </a:spcBef>
              <a:spcAft>
                <a:spcPts val="0"/>
              </a:spcAft>
              <a:buClr>
                <a:schemeClr val="lt1"/>
              </a:buClr>
              <a:buSzPts val="1500"/>
              <a:buNone/>
              <a:defRPr sz="1500">
                <a:solidFill>
                  <a:schemeClr val="lt1"/>
                </a:solidFill>
              </a:defRPr>
            </a:lvl6pPr>
            <a:lvl7pPr lvl="6">
              <a:spcBef>
                <a:spcPts val="0"/>
              </a:spcBef>
              <a:spcAft>
                <a:spcPts val="0"/>
              </a:spcAft>
              <a:buClr>
                <a:schemeClr val="lt1"/>
              </a:buClr>
              <a:buSzPts val="1500"/>
              <a:buNone/>
              <a:defRPr sz="1500">
                <a:solidFill>
                  <a:schemeClr val="lt1"/>
                </a:solidFill>
              </a:defRPr>
            </a:lvl7pPr>
            <a:lvl8pPr lvl="7">
              <a:spcBef>
                <a:spcPts val="0"/>
              </a:spcBef>
              <a:spcAft>
                <a:spcPts val="0"/>
              </a:spcAft>
              <a:buClr>
                <a:schemeClr val="lt1"/>
              </a:buClr>
              <a:buSzPts val="1500"/>
              <a:buNone/>
              <a:defRPr sz="1500">
                <a:solidFill>
                  <a:schemeClr val="lt1"/>
                </a:solidFill>
              </a:defRPr>
            </a:lvl8pPr>
            <a:lvl9pPr lvl="8">
              <a:spcBef>
                <a:spcPts val="0"/>
              </a:spcBef>
              <a:spcAft>
                <a:spcPts val="0"/>
              </a:spcAft>
              <a:buClr>
                <a:schemeClr val="lt1"/>
              </a:buClr>
              <a:buSzPts val="1500"/>
              <a:buNone/>
              <a:defRPr sz="1500">
                <a:solidFill>
                  <a:schemeClr val="lt1"/>
                </a:solidFill>
              </a:defRPr>
            </a:lvl9pPr>
          </a:lstStyle>
          <a:p/>
        </p:txBody>
      </p:sp>
      <p:sp>
        <p:nvSpPr>
          <p:cNvPr id="94" name="Google Shape;94;p6"/>
          <p:cNvSpPr txBox="1"/>
          <p:nvPr>
            <p:ph idx="3"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Clr>
                <a:schemeClr val="accent1"/>
              </a:buClr>
              <a:buSzPts val="1200"/>
              <a:buNone/>
              <a:defRPr sz="1200">
                <a:solidFill>
                  <a:schemeClr val="accent1"/>
                </a:solidFill>
              </a:defRPr>
            </a:lvl2pPr>
            <a:lvl3pPr lvl="2">
              <a:spcBef>
                <a:spcPts val="0"/>
              </a:spcBef>
              <a:spcAft>
                <a:spcPts val="0"/>
              </a:spcAft>
              <a:buClr>
                <a:schemeClr val="accent1"/>
              </a:buClr>
              <a:buSzPts val="1200"/>
              <a:buNone/>
              <a:defRPr sz="1200">
                <a:solidFill>
                  <a:schemeClr val="accent1"/>
                </a:solidFill>
              </a:defRPr>
            </a:lvl3pPr>
            <a:lvl4pPr lvl="3">
              <a:spcBef>
                <a:spcPts val="0"/>
              </a:spcBef>
              <a:spcAft>
                <a:spcPts val="0"/>
              </a:spcAft>
              <a:buClr>
                <a:schemeClr val="accent1"/>
              </a:buClr>
              <a:buSzPts val="1200"/>
              <a:buNone/>
              <a:defRPr sz="1200">
                <a:solidFill>
                  <a:schemeClr val="accent1"/>
                </a:solidFill>
              </a:defRPr>
            </a:lvl4pPr>
            <a:lvl5pPr lvl="4">
              <a:spcBef>
                <a:spcPts val="0"/>
              </a:spcBef>
              <a:spcAft>
                <a:spcPts val="0"/>
              </a:spcAft>
              <a:buClr>
                <a:schemeClr val="accent1"/>
              </a:buClr>
              <a:buSzPts val="1200"/>
              <a:buNone/>
              <a:defRPr sz="1200">
                <a:solidFill>
                  <a:schemeClr val="accent1"/>
                </a:solidFill>
              </a:defRPr>
            </a:lvl5pPr>
            <a:lvl6pPr lvl="5">
              <a:spcBef>
                <a:spcPts val="0"/>
              </a:spcBef>
              <a:spcAft>
                <a:spcPts val="0"/>
              </a:spcAft>
              <a:buClr>
                <a:schemeClr val="accent1"/>
              </a:buClr>
              <a:buSzPts val="1200"/>
              <a:buNone/>
              <a:defRPr sz="1200">
                <a:solidFill>
                  <a:schemeClr val="accent1"/>
                </a:solidFill>
              </a:defRPr>
            </a:lvl6pPr>
            <a:lvl7pPr lvl="6">
              <a:spcBef>
                <a:spcPts val="0"/>
              </a:spcBef>
              <a:spcAft>
                <a:spcPts val="0"/>
              </a:spcAft>
              <a:buClr>
                <a:schemeClr val="accent1"/>
              </a:buClr>
              <a:buSzPts val="1200"/>
              <a:buNone/>
              <a:defRPr sz="1200">
                <a:solidFill>
                  <a:schemeClr val="accent1"/>
                </a:solidFill>
              </a:defRPr>
            </a:lvl7pPr>
            <a:lvl8pPr lvl="7">
              <a:spcBef>
                <a:spcPts val="0"/>
              </a:spcBef>
              <a:spcAft>
                <a:spcPts val="0"/>
              </a:spcAft>
              <a:buClr>
                <a:schemeClr val="accent1"/>
              </a:buClr>
              <a:buSzPts val="1200"/>
              <a:buNone/>
              <a:defRPr sz="1200">
                <a:solidFill>
                  <a:schemeClr val="accent1"/>
                </a:solidFill>
              </a:defRPr>
            </a:lvl8pPr>
            <a:lvl9pPr lvl="8">
              <a:spcBef>
                <a:spcPts val="0"/>
              </a:spcBef>
              <a:spcAft>
                <a:spcPts val="0"/>
              </a:spcAft>
              <a:buClr>
                <a:schemeClr val="accent1"/>
              </a:buClr>
              <a:buSzPts val="1200"/>
              <a:buNone/>
              <a:defRPr sz="1200">
                <a:solidFill>
                  <a:schemeClr val="accent1"/>
                </a:solidFill>
              </a:defRPr>
            </a:lvl9pPr>
          </a:lstStyle>
          <a:p/>
        </p:txBody>
      </p:sp>
      <p:sp>
        <p:nvSpPr>
          <p:cNvPr id="95" name="Google Shape;95;p6"/>
          <p:cNvSpPr/>
          <p:nvPr>
            <p:ph idx="4" type="pic"/>
          </p:nvPr>
        </p:nvSpPr>
        <p:spPr>
          <a:xfrm>
            <a:off x="200700" y="917800"/>
            <a:ext cx="4275300" cy="4225800"/>
          </a:xfrm>
          <a:prstGeom prst="snip1Rect">
            <a:avLst>
              <a:gd fmla="val 0" name="adj"/>
            </a:avLst>
          </a:prstGeom>
          <a:noFill/>
          <a:ln>
            <a:noFill/>
          </a:ln>
        </p:spPr>
      </p:sp>
      <p:grpSp>
        <p:nvGrpSpPr>
          <p:cNvPr id="96" name="Google Shape;96;p6"/>
          <p:cNvGrpSpPr/>
          <p:nvPr/>
        </p:nvGrpSpPr>
        <p:grpSpPr>
          <a:xfrm>
            <a:off x="-3175" y="1"/>
            <a:ext cx="9146700" cy="330024"/>
            <a:chOff x="-3175" y="1"/>
            <a:chExt cx="9146700" cy="330024"/>
          </a:xfrm>
        </p:grpSpPr>
        <p:sp>
          <p:nvSpPr>
            <p:cNvPr id="97" name="Google Shape;97;p6"/>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98" name="Google Shape;98;p6"/>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99" name="Google Shape;99;p6"/>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00" name="Google Shape;100;p6"/>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01" name="Google Shape;101;p6"/>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102" name="Google Shape;102;p6"/>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 Alt 2">
  <p:cSld name="CUSTOM_1_1_1">
    <p:bg>
      <p:bgPr>
        <a:solidFill>
          <a:schemeClr val="lt2"/>
        </a:solidFill>
      </p:bgPr>
    </p:bg>
    <p:spTree>
      <p:nvGrpSpPr>
        <p:cNvPr id="103" name="Shape 103"/>
        <p:cNvGrpSpPr/>
        <p:nvPr/>
      </p:nvGrpSpPr>
      <p:grpSpPr>
        <a:xfrm>
          <a:off x="0" y="0"/>
          <a:ext cx="0" cy="0"/>
          <a:chOff x="0" y="0"/>
          <a:chExt cx="0" cy="0"/>
        </a:xfrm>
      </p:grpSpPr>
      <p:cxnSp>
        <p:nvCxnSpPr>
          <p:cNvPr id="104" name="Google Shape;104;p7"/>
          <p:cNvCxnSpPr/>
          <p:nvPr/>
        </p:nvCxnSpPr>
        <p:spPr>
          <a:xfrm>
            <a:off x="447925" y="582000"/>
            <a:ext cx="0" cy="4264500"/>
          </a:xfrm>
          <a:prstGeom prst="straightConnector1">
            <a:avLst/>
          </a:prstGeom>
          <a:noFill/>
          <a:ln cap="flat" cmpd="sng" w="9525">
            <a:solidFill>
              <a:schemeClr val="accent5"/>
            </a:solidFill>
            <a:prstDash val="solid"/>
            <a:round/>
            <a:headEnd len="sm" w="sm" type="none"/>
            <a:tailEnd len="sm" w="sm" type="none"/>
          </a:ln>
        </p:spPr>
      </p:cxnSp>
      <p:cxnSp>
        <p:nvCxnSpPr>
          <p:cNvPr id="105" name="Google Shape;105;p7"/>
          <p:cNvCxnSpPr/>
          <p:nvPr/>
        </p:nvCxnSpPr>
        <p:spPr>
          <a:xfrm rot="10800000">
            <a:off x="445650" y="580625"/>
            <a:ext cx="8260200" cy="0"/>
          </a:xfrm>
          <a:prstGeom prst="straightConnector1">
            <a:avLst/>
          </a:prstGeom>
          <a:noFill/>
          <a:ln cap="flat" cmpd="sng" w="9525">
            <a:solidFill>
              <a:schemeClr val="accent5"/>
            </a:solidFill>
            <a:prstDash val="solid"/>
            <a:round/>
            <a:headEnd len="sm" w="sm" type="none"/>
            <a:tailEnd len="sm" w="sm" type="none"/>
          </a:ln>
        </p:spPr>
      </p:cxnSp>
      <p:cxnSp>
        <p:nvCxnSpPr>
          <p:cNvPr id="106" name="Google Shape;106;p7"/>
          <p:cNvCxnSpPr/>
          <p:nvPr/>
        </p:nvCxnSpPr>
        <p:spPr>
          <a:xfrm rot="10800000">
            <a:off x="8705813" y="585638"/>
            <a:ext cx="0" cy="4262700"/>
          </a:xfrm>
          <a:prstGeom prst="straightConnector1">
            <a:avLst/>
          </a:prstGeom>
          <a:noFill/>
          <a:ln cap="flat" cmpd="sng" w="9525">
            <a:solidFill>
              <a:schemeClr val="accent5"/>
            </a:solidFill>
            <a:prstDash val="solid"/>
            <a:round/>
            <a:headEnd len="sm" w="sm" type="none"/>
            <a:tailEnd len="sm" w="sm" type="none"/>
          </a:ln>
        </p:spPr>
      </p:cxnSp>
      <p:cxnSp>
        <p:nvCxnSpPr>
          <p:cNvPr id="107" name="Google Shape;107;p7"/>
          <p:cNvCxnSpPr/>
          <p:nvPr/>
        </p:nvCxnSpPr>
        <p:spPr>
          <a:xfrm>
            <a:off x="449800" y="4849725"/>
            <a:ext cx="8257200" cy="0"/>
          </a:xfrm>
          <a:prstGeom prst="straightConnector1">
            <a:avLst/>
          </a:prstGeom>
          <a:noFill/>
          <a:ln cap="flat" cmpd="sng" w="9525">
            <a:solidFill>
              <a:schemeClr val="accent5"/>
            </a:solidFill>
            <a:prstDash val="solid"/>
            <a:round/>
            <a:headEnd len="sm" w="sm" type="none"/>
            <a:tailEnd len="sm" w="sm" type="none"/>
          </a:ln>
        </p:spPr>
      </p:cxnSp>
      <p:sp>
        <p:nvSpPr>
          <p:cNvPr id="108" name="Google Shape;108;p7"/>
          <p:cNvSpPr/>
          <p:nvPr/>
        </p:nvSpPr>
        <p:spPr>
          <a:xfrm>
            <a:off x="8653475" y="5282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09" name="Google Shape;109;p7"/>
          <p:cNvSpPr/>
          <p:nvPr/>
        </p:nvSpPr>
        <p:spPr>
          <a:xfrm>
            <a:off x="8653475" y="47973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10" name="Google Shape;110;p7"/>
          <p:cNvSpPr/>
          <p:nvPr/>
        </p:nvSpPr>
        <p:spPr>
          <a:xfrm>
            <a:off x="395575" y="528275"/>
            <a:ext cx="104700" cy="10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11" name="Google Shape;111;p7"/>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12" name="Google Shape;112;p7"/>
          <p:cNvSpPr/>
          <p:nvPr/>
        </p:nvSpPr>
        <p:spPr>
          <a:xfrm>
            <a:off x="0" y="742375"/>
            <a:ext cx="4653000" cy="4401000"/>
          </a:xfrm>
          <a:prstGeom prst="snip1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113" name="Google Shape;113;p7"/>
          <p:cNvGrpSpPr/>
          <p:nvPr/>
        </p:nvGrpSpPr>
        <p:grpSpPr>
          <a:xfrm flipH="1">
            <a:off x="8999" y="37915"/>
            <a:ext cx="9125126" cy="291995"/>
            <a:chOff x="4479" y="3800650"/>
            <a:chExt cx="9145246" cy="187200"/>
          </a:xfrm>
        </p:grpSpPr>
        <p:cxnSp>
          <p:nvCxnSpPr>
            <p:cNvPr id="114" name="Google Shape;114;p7"/>
            <p:cNvCxnSpPr/>
            <p:nvPr/>
          </p:nvCxnSpPr>
          <p:spPr>
            <a:xfrm rot="10800000">
              <a:off x="3567025" y="3987275"/>
              <a:ext cx="5582700" cy="0"/>
            </a:xfrm>
            <a:prstGeom prst="straightConnector1">
              <a:avLst/>
            </a:prstGeom>
            <a:noFill/>
            <a:ln cap="flat" cmpd="sng" w="9525">
              <a:solidFill>
                <a:schemeClr val="accent5"/>
              </a:solidFill>
              <a:prstDash val="solid"/>
              <a:round/>
              <a:headEnd len="sm" w="sm" type="none"/>
              <a:tailEnd len="sm" w="sm" type="none"/>
            </a:ln>
          </p:spPr>
        </p:cxnSp>
        <p:cxnSp>
          <p:nvCxnSpPr>
            <p:cNvPr id="115" name="Google Shape;115;p7"/>
            <p:cNvCxnSpPr/>
            <p:nvPr/>
          </p:nvCxnSpPr>
          <p:spPr>
            <a:xfrm rot="10800000">
              <a:off x="3242975" y="3800650"/>
              <a:ext cx="324000" cy="187200"/>
            </a:xfrm>
            <a:prstGeom prst="straightConnector1">
              <a:avLst/>
            </a:prstGeom>
            <a:noFill/>
            <a:ln cap="flat" cmpd="sng" w="9525">
              <a:solidFill>
                <a:schemeClr val="accent5"/>
              </a:solidFill>
              <a:prstDash val="solid"/>
              <a:round/>
              <a:headEnd len="sm" w="sm" type="none"/>
              <a:tailEnd len="sm" w="sm" type="none"/>
            </a:ln>
          </p:spPr>
        </p:cxnSp>
        <p:cxnSp>
          <p:nvCxnSpPr>
            <p:cNvPr id="116" name="Google Shape;116;p7"/>
            <p:cNvCxnSpPr/>
            <p:nvPr/>
          </p:nvCxnSpPr>
          <p:spPr>
            <a:xfrm rot="10800000">
              <a:off x="4479" y="3800650"/>
              <a:ext cx="3238500" cy="0"/>
            </a:xfrm>
            <a:prstGeom prst="straightConnector1">
              <a:avLst/>
            </a:prstGeom>
            <a:noFill/>
            <a:ln cap="flat" cmpd="sng" w="9525">
              <a:solidFill>
                <a:schemeClr val="accent5"/>
              </a:solidFill>
              <a:prstDash val="solid"/>
              <a:round/>
              <a:headEnd len="sm" w="sm" type="none"/>
              <a:tailEnd len="sm" w="sm" type="none"/>
            </a:ln>
          </p:spPr>
        </p:cxnSp>
      </p:grpSp>
      <p:grpSp>
        <p:nvGrpSpPr>
          <p:cNvPr id="117" name="Google Shape;117;p7"/>
          <p:cNvGrpSpPr/>
          <p:nvPr/>
        </p:nvGrpSpPr>
        <p:grpSpPr>
          <a:xfrm>
            <a:off x="8862746" y="134752"/>
            <a:ext cx="154148" cy="134734"/>
            <a:chOff x="8834250" y="614850"/>
            <a:chExt cx="221700" cy="193750"/>
          </a:xfrm>
        </p:grpSpPr>
        <p:cxnSp>
          <p:nvCxnSpPr>
            <p:cNvPr id="118" name="Google Shape;118;p7"/>
            <p:cNvCxnSpPr/>
            <p:nvPr/>
          </p:nvCxnSpPr>
          <p:spPr>
            <a:xfrm>
              <a:off x="8834250" y="614850"/>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119" name="Google Shape;119;p7"/>
            <p:cNvCxnSpPr/>
            <p:nvPr/>
          </p:nvCxnSpPr>
          <p:spPr>
            <a:xfrm>
              <a:off x="8834250" y="711725"/>
              <a:ext cx="221700" cy="0"/>
            </a:xfrm>
            <a:prstGeom prst="straightConnector1">
              <a:avLst/>
            </a:prstGeom>
            <a:noFill/>
            <a:ln cap="flat" cmpd="sng" w="19050">
              <a:solidFill>
                <a:schemeClr val="accent4"/>
              </a:solidFill>
              <a:prstDash val="solid"/>
              <a:round/>
              <a:headEnd len="sm" w="sm" type="none"/>
              <a:tailEnd len="sm" w="sm" type="none"/>
            </a:ln>
          </p:spPr>
        </p:cxnSp>
        <p:cxnSp>
          <p:nvCxnSpPr>
            <p:cNvPr id="120" name="Google Shape;120;p7"/>
            <p:cNvCxnSpPr/>
            <p:nvPr/>
          </p:nvCxnSpPr>
          <p:spPr>
            <a:xfrm>
              <a:off x="8834250" y="808600"/>
              <a:ext cx="221700" cy="0"/>
            </a:xfrm>
            <a:prstGeom prst="straightConnector1">
              <a:avLst/>
            </a:prstGeom>
            <a:noFill/>
            <a:ln cap="flat" cmpd="sng" w="19050">
              <a:solidFill>
                <a:schemeClr val="accent4"/>
              </a:solidFill>
              <a:prstDash val="solid"/>
              <a:round/>
              <a:headEnd len="sm" w="sm" type="none"/>
              <a:tailEnd len="sm" w="sm" type="none"/>
            </a:ln>
          </p:spPr>
        </p:cxnSp>
      </p:grpSp>
      <p:sp>
        <p:nvSpPr>
          <p:cNvPr id="121" name="Google Shape;121;p7"/>
          <p:cNvSpPr txBox="1"/>
          <p:nvPr>
            <p:ph idx="1" type="subTitle"/>
          </p:nvPr>
        </p:nvSpPr>
        <p:spPr>
          <a:xfrm>
            <a:off x="5231050" y="1674350"/>
            <a:ext cx="2865300" cy="22410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22" name="Google Shape;122;p7"/>
          <p:cNvSpPr txBox="1"/>
          <p:nvPr>
            <p:ph idx="2"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lnSpc>
                <a:spcPct val="150000"/>
              </a:lnSpc>
              <a:spcBef>
                <a:spcPts val="0"/>
              </a:spcBef>
              <a:spcAft>
                <a:spcPts val="0"/>
              </a:spcAft>
              <a:buClr>
                <a:schemeClr val="dk1"/>
              </a:buClr>
              <a:buSzPts val="1000"/>
              <a:buFont typeface="Nunito Sans"/>
              <a:buNone/>
              <a:defRPr sz="1000">
                <a:solidFill>
                  <a:schemeClr val="dk1"/>
                </a:solidFill>
              </a:defRPr>
            </a:lvl2pPr>
            <a:lvl3pPr lvl="2">
              <a:lnSpc>
                <a:spcPct val="150000"/>
              </a:lnSpc>
              <a:spcBef>
                <a:spcPts val="0"/>
              </a:spcBef>
              <a:spcAft>
                <a:spcPts val="0"/>
              </a:spcAft>
              <a:buClr>
                <a:schemeClr val="dk1"/>
              </a:buClr>
              <a:buSzPts val="1000"/>
              <a:buFont typeface="Nunito Sans"/>
              <a:buNone/>
              <a:defRPr sz="1000">
                <a:solidFill>
                  <a:schemeClr val="dk1"/>
                </a:solidFill>
              </a:defRPr>
            </a:lvl3pPr>
            <a:lvl4pPr lvl="3">
              <a:lnSpc>
                <a:spcPct val="150000"/>
              </a:lnSpc>
              <a:spcBef>
                <a:spcPts val="0"/>
              </a:spcBef>
              <a:spcAft>
                <a:spcPts val="0"/>
              </a:spcAft>
              <a:buClr>
                <a:schemeClr val="dk1"/>
              </a:buClr>
              <a:buSzPts val="1000"/>
              <a:buFont typeface="Nunito Sans"/>
              <a:buNone/>
              <a:defRPr sz="1000">
                <a:solidFill>
                  <a:schemeClr val="dk1"/>
                </a:solidFill>
              </a:defRPr>
            </a:lvl4pPr>
            <a:lvl5pPr lvl="4">
              <a:lnSpc>
                <a:spcPct val="150000"/>
              </a:lnSpc>
              <a:spcBef>
                <a:spcPts val="0"/>
              </a:spcBef>
              <a:spcAft>
                <a:spcPts val="0"/>
              </a:spcAft>
              <a:buClr>
                <a:schemeClr val="dk1"/>
              </a:buClr>
              <a:buSzPts val="1000"/>
              <a:buFont typeface="Nunito Sans"/>
              <a:buNone/>
              <a:defRPr sz="1000">
                <a:solidFill>
                  <a:schemeClr val="dk1"/>
                </a:solidFill>
              </a:defRPr>
            </a:lvl5pPr>
            <a:lvl6pPr lvl="5">
              <a:lnSpc>
                <a:spcPct val="150000"/>
              </a:lnSpc>
              <a:spcBef>
                <a:spcPts val="0"/>
              </a:spcBef>
              <a:spcAft>
                <a:spcPts val="0"/>
              </a:spcAft>
              <a:buClr>
                <a:schemeClr val="dk1"/>
              </a:buClr>
              <a:buSzPts val="1000"/>
              <a:buFont typeface="Nunito Sans"/>
              <a:buNone/>
              <a:defRPr sz="1000">
                <a:solidFill>
                  <a:schemeClr val="dk1"/>
                </a:solidFill>
              </a:defRPr>
            </a:lvl6pPr>
            <a:lvl7pPr lvl="6">
              <a:lnSpc>
                <a:spcPct val="150000"/>
              </a:lnSpc>
              <a:spcBef>
                <a:spcPts val="0"/>
              </a:spcBef>
              <a:spcAft>
                <a:spcPts val="0"/>
              </a:spcAft>
              <a:buClr>
                <a:schemeClr val="dk1"/>
              </a:buClr>
              <a:buSzPts val="1000"/>
              <a:buFont typeface="Nunito Sans"/>
              <a:buNone/>
              <a:defRPr sz="1000">
                <a:solidFill>
                  <a:schemeClr val="dk1"/>
                </a:solidFill>
              </a:defRPr>
            </a:lvl7pPr>
            <a:lvl8pPr lvl="7">
              <a:lnSpc>
                <a:spcPct val="150000"/>
              </a:lnSpc>
              <a:spcBef>
                <a:spcPts val="0"/>
              </a:spcBef>
              <a:spcAft>
                <a:spcPts val="0"/>
              </a:spcAft>
              <a:buClr>
                <a:schemeClr val="dk1"/>
              </a:buClr>
              <a:buSzPts val="1000"/>
              <a:buFont typeface="Nunito Sans"/>
              <a:buNone/>
              <a:defRPr sz="1000">
                <a:solidFill>
                  <a:schemeClr val="dk1"/>
                </a:solidFill>
              </a:defRPr>
            </a:lvl8pPr>
            <a:lvl9pPr lvl="8">
              <a:lnSpc>
                <a:spcPct val="150000"/>
              </a:lnSpc>
              <a:spcBef>
                <a:spcPts val="0"/>
              </a:spcBef>
              <a:spcAft>
                <a:spcPts val="0"/>
              </a:spcAft>
              <a:buClr>
                <a:schemeClr val="dk1"/>
              </a:buClr>
              <a:buSzPts val="1000"/>
              <a:buFont typeface="Nunito Sans"/>
              <a:buNone/>
              <a:defRPr sz="1000">
                <a:solidFill>
                  <a:schemeClr val="dk1"/>
                </a:solidFill>
              </a:defRPr>
            </a:lvl9pPr>
          </a:lstStyle>
          <a:p/>
        </p:txBody>
      </p:sp>
      <p:sp>
        <p:nvSpPr>
          <p:cNvPr id="123" name="Google Shape;123;p7"/>
          <p:cNvSpPr txBox="1"/>
          <p:nvPr>
            <p:ph type="ctrTitle"/>
          </p:nvPr>
        </p:nvSpPr>
        <p:spPr>
          <a:xfrm>
            <a:off x="5135325" y="915000"/>
            <a:ext cx="2865300" cy="462900"/>
          </a:xfrm>
          <a:prstGeom prst="rect">
            <a:avLst/>
          </a:prstGeom>
        </p:spPr>
        <p:txBody>
          <a:bodyPr anchorCtr="0" anchor="t" bIns="91425" lIns="91425" spcFirstLastPara="1" rIns="91425" wrap="square" tIns="91425">
            <a:normAutofit/>
          </a:bodyPr>
          <a:lstStyle>
            <a:lvl1pPr lvl="0">
              <a:spcBef>
                <a:spcPts val="0"/>
              </a:spcBef>
              <a:spcAft>
                <a:spcPts val="0"/>
              </a:spcAft>
              <a:buSzPts val="1500"/>
              <a:buNone/>
              <a:defRPr sz="15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124" name="Google Shape;124;p7"/>
          <p:cNvSpPr/>
          <p:nvPr>
            <p:ph idx="3" type="pic"/>
          </p:nvPr>
        </p:nvSpPr>
        <p:spPr>
          <a:xfrm>
            <a:off x="200750" y="917800"/>
            <a:ext cx="4275300" cy="4225800"/>
          </a:xfrm>
          <a:prstGeom prst="snip1Rect">
            <a:avLst>
              <a:gd fmla="val 0" name="adj"/>
            </a:avLst>
          </a:prstGeom>
          <a:noFill/>
          <a:ln>
            <a:noFill/>
          </a:ln>
        </p:spPr>
      </p:sp>
      <p:sp>
        <p:nvSpPr>
          <p:cNvPr id="125" name="Google Shape;125;p7"/>
          <p:cNvSpPr txBox="1"/>
          <p:nvPr>
            <p:ph idx="4"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1200"/>
              <a:buNone/>
              <a:defRPr sz="1200">
                <a:solidFill>
                  <a:schemeClr val="accent2"/>
                </a:solidFill>
              </a:defRPr>
            </a:lvl1pPr>
            <a:lvl2pPr lvl="1">
              <a:spcBef>
                <a:spcPts val="0"/>
              </a:spcBef>
              <a:spcAft>
                <a:spcPts val="0"/>
              </a:spcAft>
              <a:buClr>
                <a:schemeClr val="accent2"/>
              </a:buClr>
              <a:buSzPts val="1200"/>
              <a:buNone/>
              <a:defRPr sz="1200">
                <a:solidFill>
                  <a:schemeClr val="accent2"/>
                </a:solidFill>
              </a:defRPr>
            </a:lvl2pPr>
            <a:lvl3pPr lvl="2">
              <a:spcBef>
                <a:spcPts val="0"/>
              </a:spcBef>
              <a:spcAft>
                <a:spcPts val="0"/>
              </a:spcAft>
              <a:buClr>
                <a:schemeClr val="accent2"/>
              </a:buClr>
              <a:buSzPts val="1200"/>
              <a:buNone/>
              <a:defRPr sz="1200">
                <a:solidFill>
                  <a:schemeClr val="accent2"/>
                </a:solidFill>
              </a:defRPr>
            </a:lvl3pPr>
            <a:lvl4pPr lvl="3">
              <a:spcBef>
                <a:spcPts val="0"/>
              </a:spcBef>
              <a:spcAft>
                <a:spcPts val="0"/>
              </a:spcAft>
              <a:buClr>
                <a:schemeClr val="accent2"/>
              </a:buClr>
              <a:buSzPts val="1200"/>
              <a:buNone/>
              <a:defRPr sz="1200">
                <a:solidFill>
                  <a:schemeClr val="accent2"/>
                </a:solidFill>
              </a:defRPr>
            </a:lvl4pPr>
            <a:lvl5pPr lvl="4">
              <a:spcBef>
                <a:spcPts val="0"/>
              </a:spcBef>
              <a:spcAft>
                <a:spcPts val="0"/>
              </a:spcAft>
              <a:buClr>
                <a:schemeClr val="accent2"/>
              </a:buClr>
              <a:buSzPts val="1200"/>
              <a:buNone/>
              <a:defRPr sz="1200">
                <a:solidFill>
                  <a:schemeClr val="accent2"/>
                </a:solidFill>
              </a:defRPr>
            </a:lvl5pPr>
            <a:lvl6pPr lvl="5">
              <a:spcBef>
                <a:spcPts val="0"/>
              </a:spcBef>
              <a:spcAft>
                <a:spcPts val="0"/>
              </a:spcAft>
              <a:buClr>
                <a:schemeClr val="accent2"/>
              </a:buClr>
              <a:buSzPts val="1200"/>
              <a:buNone/>
              <a:defRPr sz="1200">
                <a:solidFill>
                  <a:schemeClr val="accent2"/>
                </a:solidFill>
              </a:defRPr>
            </a:lvl6pPr>
            <a:lvl7pPr lvl="6">
              <a:spcBef>
                <a:spcPts val="0"/>
              </a:spcBef>
              <a:spcAft>
                <a:spcPts val="0"/>
              </a:spcAft>
              <a:buClr>
                <a:schemeClr val="accent2"/>
              </a:buClr>
              <a:buSzPts val="1200"/>
              <a:buNone/>
              <a:defRPr sz="1200">
                <a:solidFill>
                  <a:schemeClr val="accent2"/>
                </a:solidFill>
              </a:defRPr>
            </a:lvl7pPr>
            <a:lvl8pPr lvl="7">
              <a:spcBef>
                <a:spcPts val="0"/>
              </a:spcBef>
              <a:spcAft>
                <a:spcPts val="0"/>
              </a:spcAft>
              <a:buClr>
                <a:schemeClr val="accent2"/>
              </a:buClr>
              <a:buSzPts val="1200"/>
              <a:buNone/>
              <a:defRPr sz="1200">
                <a:solidFill>
                  <a:schemeClr val="accent2"/>
                </a:solidFill>
              </a:defRPr>
            </a:lvl8pPr>
            <a:lvl9pPr lvl="8">
              <a:spcBef>
                <a:spcPts val="0"/>
              </a:spcBef>
              <a:spcAft>
                <a:spcPts val="0"/>
              </a:spcAft>
              <a:buClr>
                <a:schemeClr val="accent2"/>
              </a:buClr>
              <a:buSzPts val="1200"/>
              <a:buNone/>
              <a:defRPr sz="1200">
                <a:solidFill>
                  <a:schemeClr val="accent2"/>
                </a:solidFill>
              </a:defRPr>
            </a:lvl9pPr>
          </a:lstStyle>
          <a:p/>
        </p:txBody>
      </p:sp>
      <p:sp>
        <p:nvSpPr>
          <p:cNvPr id="126" name="Google Shape;126;p7"/>
          <p:cNvSpPr txBox="1"/>
          <p:nvPr>
            <p:ph idx="5"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1 - Alt 1">
  <p:cSld name="CUSTOM_1_1">
    <p:bg>
      <p:bgPr>
        <a:solidFill>
          <a:schemeClr val="accent5"/>
        </a:solidFill>
      </p:bgPr>
    </p:bg>
    <p:spTree>
      <p:nvGrpSpPr>
        <p:cNvPr id="127" name="Shape 127"/>
        <p:cNvGrpSpPr/>
        <p:nvPr/>
      </p:nvGrpSpPr>
      <p:grpSpPr>
        <a:xfrm>
          <a:off x="0" y="0"/>
          <a:ext cx="0" cy="0"/>
          <a:chOff x="0" y="0"/>
          <a:chExt cx="0" cy="0"/>
        </a:xfrm>
      </p:grpSpPr>
      <p:cxnSp>
        <p:nvCxnSpPr>
          <p:cNvPr id="128" name="Google Shape;128;p8"/>
          <p:cNvCxnSpPr/>
          <p:nvPr/>
        </p:nvCxnSpPr>
        <p:spPr>
          <a:xfrm>
            <a:off x="447925" y="582000"/>
            <a:ext cx="0" cy="4264500"/>
          </a:xfrm>
          <a:prstGeom prst="straightConnector1">
            <a:avLst/>
          </a:prstGeom>
          <a:noFill/>
          <a:ln cap="flat" cmpd="sng" w="9525">
            <a:solidFill>
              <a:schemeClr val="lt1"/>
            </a:solidFill>
            <a:prstDash val="solid"/>
            <a:round/>
            <a:headEnd len="sm" w="sm" type="none"/>
            <a:tailEnd len="sm" w="sm" type="none"/>
          </a:ln>
        </p:spPr>
      </p:cxnSp>
      <p:cxnSp>
        <p:nvCxnSpPr>
          <p:cNvPr id="129" name="Google Shape;129;p8"/>
          <p:cNvCxnSpPr/>
          <p:nvPr/>
        </p:nvCxnSpPr>
        <p:spPr>
          <a:xfrm rot="10800000">
            <a:off x="445650" y="580625"/>
            <a:ext cx="8260200" cy="0"/>
          </a:xfrm>
          <a:prstGeom prst="straightConnector1">
            <a:avLst/>
          </a:prstGeom>
          <a:noFill/>
          <a:ln cap="flat" cmpd="sng" w="9525">
            <a:solidFill>
              <a:schemeClr val="lt1"/>
            </a:solidFill>
            <a:prstDash val="solid"/>
            <a:round/>
            <a:headEnd len="sm" w="sm" type="none"/>
            <a:tailEnd len="sm" w="sm" type="none"/>
          </a:ln>
        </p:spPr>
      </p:cxnSp>
      <p:cxnSp>
        <p:nvCxnSpPr>
          <p:cNvPr id="130" name="Google Shape;130;p8"/>
          <p:cNvCxnSpPr/>
          <p:nvPr/>
        </p:nvCxnSpPr>
        <p:spPr>
          <a:xfrm rot="10800000">
            <a:off x="8705813" y="585638"/>
            <a:ext cx="0" cy="4262700"/>
          </a:xfrm>
          <a:prstGeom prst="straightConnector1">
            <a:avLst/>
          </a:prstGeom>
          <a:noFill/>
          <a:ln cap="flat" cmpd="sng" w="9525">
            <a:solidFill>
              <a:schemeClr val="lt1"/>
            </a:solidFill>
            <a:prstDash val="solid"/>
            <a:round/>
            <a:headEnd len="sm" w="sm" type="none"/>
            <a:tailEnd len="sm" w="sm" type="none"/>
          </a:ln>
        </p:spPr>
      </p:cxnSp>
      <p:cxnSp>
        <p:nvCxnSpPr>
          <p:cNvPr id="131" name="Google Shape;131;p8"/>
          <p:cNvCxnSpPr/>
          <p:nvPr/>
        </p:nvCxnSpPr>
        <p:spPr>
          <a:xfrm>
            <a:off x="449800" y="4849725"/>
            <a:ext cx="8257200" cy="0"/>
          </a:xfrm>
          <a:prstGeom prst="straightConnector1">
            <a:avLst/>
          </a:prstGeom>
          <a:noFill/>
          <a:ln cap="flat" cmpd="sng" w="9525">
            <a:solidFill>
              <a:schemeClr val="lt1"/>
            </a:solidFill>
            <a:prstDash val="solid"/>
            <a:round/>
            <a:headEnd len="sm" w="sm" type="none"/>
            <a:tailEnd len="sm" w="sm" type="none"/>
          </a:ln>
        </p:spPr>
      </p:cxnSp>
      <p:sp>
        <p:nvSpPr>
          <p:cNvPr id="132" name="Google Shape;132;p8"/>
          <p:cNvSpPr/>
          <p:nvPr/>
        </p:nvSpPr>
        <p:spPr>
          <a:xfrm>
            <a:off x="8653475" y="5282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33" name="Google Shape;133;p8"/>
          <p:cNvSpPr/>
          <p:nvPr/>
        </p:nvSpPr>
        <p:spPr>
          <a:xfrm>
            <a:off x="8653475" y="47973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4" name="Google Shape;134;p8"/>
          <p:cNvSpPr/>
          <p:nvPr/>
        </p:nvSpPr>
        <p:spPr>
          <a:xfrm>
            <a:off x="395575" y="528275"/>
            <a:ext cx="104700" cy="10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5" name="Google Shape;135;p8"/>
          <p:cNvSpPr/>
          <p:nvPr/>
        </p:nvSpPr>
        <p:spPr>
          <a:xfrm>
            <a:off x="395575" y="4797375"/>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36" name="Google Shape;136;p8"/>
          <p:cNvSpPr/>
          <p:nvPr/>
        </p:nvSpPr>
        <p:spPr>
          <a:xfrm>
            <a:off x="-125" y="742375"/>
            <a:ext cx="4653000" cy="4401000"/>
          </a:xfrm>
          <a:prstGeom prst="snip1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7" name="Google Shape;137;p8"/>
          <p:cNvSpPr/>
          <p:nvPr>
            <p:ph idx="2" type="pic"/>
          </p:nvPr>
        </p:nvSpPr>
        <p:spPr>
          <a:xfrm>
            <a:off x="200625" y="917800"/>
            <a:ext cx="4275300" cy="4225800"/>
          </a:xfrm>
          <a:prstGeom prst="snip1Rect">
            <a:avLst>
              <a:gd fmla="val 0" name="adj"/>
            </a:avLst>
          </a:prstGeom>
          <a:noFill/>
          <a:ln>
            <a:noFill/>
          </a:ln>
        </p:spPr>
      </p:sp>
      <p:sp>
        <p:nvSpPr>
          <p:cNvPr id="138" name="Google Shape;138;p8"/>
          <p:cNvSpPr txBox="1"/>
          <p:nvPr>
            <p:ph idx="1" type="subTitle"/>
          </p:nvPr>
        </p:nvSpPr>
        <p:spPr>
          <a:xfrm>
            <a:off x="5231050" y="1674350"/>
            <a:ext cx="2865300" cy="2151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39" name="Google Shape;139;p8"/>
          <p:cNvSpPr txBox="1"/>
          <p:nvPr>
            <p:ph idx="3" type="subTitle"/>
          </p:nvPr>
        </p:nvSpPr>
        <p:spPr>
          <a:xfrm>
            <a:off x="5231050" y="4135122"/>
            <a:ext cx="2641500" cy="687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a:buNone/>
              <a:defRPr sz="1000">
                <a:solidFill>
                  <a:schemeClr val="dk1"/>
                </a:solidFill>
              </a:defRPr>
            </a:lvl1pPr>
            <a:lvl2pPr lvl="1">
              <a:lnSpc>
                <a:spcPct val="150000"/>
              </a:lnSpc>
              <a:spcBef>
                <a:spcPts val="0"/>
              </a:spcBef>
              <a:spcAft>
                <a:spcPts val="0"/>
              </a:spcAft>
              <a:buClr>
                <a:schemeClr val="dk1"/>
              </a:buClr>
              <a:buSzPts val="1000"/>
              <a:buFont typeface="Nunito Sans"/>
              <a:buNone/>
              <a:defRPr sz="1000">
                <a:solidFill>
                  <a:schemeClr val="dk1"/>
                </a:solidFill>
              </a:defRPr>
            </a:lvl2pPr>
            <a:lvl3pPr lvl="2">
              <a:lnSpc>
                <a:spcPct val="150000"/>
              </a:lnSpc>
              <a:spcBef>
                <a:spcPts val="0"/>
              </a:spcBef>
              <a:spcAft>
                <a:spcPts val="0"/>
              </a:spcAft>
              <a:buClr>
                <a:schemeClr val="dk1"/>
              </a:buClr>
              <a:buSzPts val="1000"/>
              <a:buFont typeface="Nunito Sans"/>
              <a:buNone/>
              <a:defRPr sz="1000">
                <a:solidFill>
                  <a:schemeClr val="dk1"/>
                </a:solidFill>
              </a:defRPr>
            </a:lvl3pPr>
            <a:lvl4pPr lvl="3">
              <a:lnSpc>
                <a:spcPct val="150000"/>
              </a:lnSpc>
              <a:spcBef>
                <a:spcPts val="0"/>
              </a:spcBef>
              <a:spcAft>
                <a:spcPts val="0"/>
              </a:spcAft>
              <a:buClr>
                <a:schemeClr val="dk1"/>
              </a:buClr>
              <a:buSzPts val="1000"/>
              <a:buFont typeface="Nunito Sans"/>
              <a:buNone/>
              <a:defRPr sz="1000">
                <a:solidFill>
                  <a:schemeClr val="dk1"/>
                </a:solidFill>
              </a:defRPr>
            </a:lvl4pPr>
            <a:lvl5pPr lvl="4">
              <a:lnSpc>
                <a:spcPct val="150000"/>
              </a:lnSpc>
              <a:spcBef>
                <a:spcPts val="0"/>
              </a:spcBef>
              <a:spcAft>
                <a:spcPts val="0"/>
              </a:spcAft>
              <a:buClr>
                <a:schemeClr val="dk1"/>
              </a:buClr>
              <a:buSzPts val="1000"/>
              <a:buFont typeface="Nunito Sans"/>
              <a:buNone/>
              <a:defRPr sz="1000">
                <a:solidFill>
                  <a:schemeClr val="dk1"/>
                </a:solidFill>
              </a:defRPr>
            </a:lvl5pPr>
            <a:lvl6pPr lvl="5">
              <a:lnSpc>
                <a:spcPct val="150000"/>
              </a:lnSpc>
              <a:spcBef>
                <a:spcPts val="0"/>
              </a:spcBef>
              <a:spcAft>
                <a:spcPts val="0"/>
              </a:spcAft>
              <a:buClr>
                <a:schemeClr val="dk1"/>
              </a:buClr>
              <a:buSzPts val="1000"/>
              <a:buFont typeface="Nunito Sans"/>
              <a:buNone/>
              <a:defRPr sz="1000">
                <a:solidFill>
                  <a:schemeClr val="dk1"/>
                </a:solidFill>
              </a:defRPr>
            </a:lvl6pPr>
            <a:lvl7pPr lvl="6">
              <a:lnSpc>
                <a:spcPct val="150000"/>
              </a:lnSpc>
              <a:spcBef>
                <a:spcPts val="0"/>
              </a:spcBef>
              <a:spcAft>
                <a:spcPts val="0"/>
              </a:spcAft>
              <a:buClr>
                <a:schemeClr val="dk1"/>
              </a:buClr>
              <a:buSzPts val="1000"/>
              <a:buFont typeface="Nunito Sans"/>
              <a:buNone/>
              <a:defRPr sz="1000">
                <a:solidFill>
                  <a:schemeClr val="dk1"/>
                </a:solidFill>
              </a:defRPr>
            </a:lvl7pPr>
            <a:lvl8pPr lvl="7">
              <a:lnSpc>
                <a:spcPct val="150000"/>
              </a:lnSpc>
              <a:spcBef>
                <a:spcPts val="0"/>
              </a:spcBef>
              <a:spcAft>
                <a:spcPts val="0"/>
              </a:spcAft>
              <a:buClr>
                <a:schemeClr val="dk1"/>
              </a:buClr>
              <a:buSzPts val="1000"/>
              <a:buFont typeface="Nunito Sans"/>
              <a:buNone/>
              <a:defRPr sz="1000">
                <a:solidFill>
                  <a:schemeClr val="dk1"/>
                </a:solidFill>
              </a:defRPr>
            </a:lvl8pPr>
            <a:lvl9pPr lvl="8">
              <a:lnSpc>
                <a:spcPct val="150000"/>
              </a:lnSpc>
              <a:spcBef>
                <a:spcPts val="0"/>
              </a:spcBef>
              <a:spcAft>
                <a:spcPts val="0"/>
              </a:spcAft>
              <a:buClr>
                <a:schemeClr val="dk1"/>
              </a:buClr>
              <a:buSzPts val="1000"/>
              <a:buFont typeface="Nunito Sans"/>
              <a:buNone/>
              <a:defRPr sz="1000">
                <a:solidFill>
                  <a:schemeClr val="dk1"/>
                </a:solidFill>
              </a:defRPr>
            </a:lvl9pPr>
          </a:lstStyle>
          <a:p/>
        </p:txBody>
      </p:sp>
      <p:sp>
        <p:nvSpPr>
          <p:cNvPr id="140" name="Google Shape;140;p8"/>
          <p:cNvSpPr txBox="1"/>
          <p:nvPr>
            <p:ph type="ctrTitle"/>
          </p:nvPr>
        </p:nvSpPr>
        <p:spPr>
          <a:xfrm>
            <a:off x="5135325" y="915000"/>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SzPts val="1500"/>
              <a:buNone/>
              <a:defRPr sz="15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141" name="Google Shape;141;p8"/>
          <p:cNvSpPr txBox="1"/>
          <p:nvPr>
            <p:ph idx="4" type="ctrTitle"/>
          </p:nvPr>
        </p:nvSpPr>
        <p:spPr>
          <a:xfrm>
            <a:off x="5135325" y="1190202"/>
            <a:ext cx="2961000" cy="462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200"/>
              <a:buNone/>
              <a:defRPr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142" name="Google Shape;142;p8"/>
          <p:cNvSpPr/>
          <p:nvPr/>
        </p:nvSpPr>
        <p:spPr>
          <a:xfrm>
            <a:off x="-4825" y="-2175"/>
            <a:ext cx="91587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3" name="Google Shape;143;p8"/>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144" name="Google Shape;144;p8"/>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45" name="Google Shape;145;p8"/>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46" name="Google Shape;146;p8"/>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147" name="Google Shape;147;p8"/>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5">
  <p:cSld name="TITLE_1_1_4">
    <p:bg>
      <p:bgPr>
        <a:solidFill>
          <a:schemeClr val="dk1"/>
        </a:solidFill>
      </p:bgPr>
    </p:bg>
    <p:spTree>
      <p:nvGrpSpPr>
        <p:cNvPr id="148" name="Shape 148"/>
        <p:cNvGrpSpPr/>
        <p:nvPr/>
      </p:nvGrpSpPr>
      <p:grpSpPr>
        <a:xfrm>
          <a:off x="0" y="0"/>
          <a:ext cx="0" cy="0"/>
          <a:chOff x="0" y="0"/>
          <a:chExt cx="0" cy="0"/>
        </a:xfrm>
      </p:grpSpPr>
      <p:sp>
        <p:nvSpPr>
          <p:cNvPr id="149" name="Google Shape;149;p9"/>
          <p:cNvSpPr txBox="1"/>
          <p:nvPr>
            <p:ph idx="12" type="sldNum"/>
          </p:nvPr>
        </p:nvSpPr>
        <p:spPr>
          <a:xfrm>
            <a:off x="8651378" y="4856473"/>
            <a:ext cx="5484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1pPr>
            <a:lvl2pPr indent="0" lvl="1"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2pPr>
            <a:lvl3pPr indent="0" lvl="2"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3pPr>
            <a:lvl4pPr indent="0" lvl="3"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4pPr>
            <a:lvl5pPr indent="0" lvl="4"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5pPr>
            <a:lvl6pPr indent="0" lvl="5"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6pPr>
            <a:lvl7pPr indent="0" lvl="6"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7pPr>
            <a:lvl8pPr indent="0" lvl="7"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8pPr>
            <a:lvl9pPr indent="0" lvl="8" marL="0" marR="0" algn="l">
              <a:lnSpc>
                <a:spcPct val="100000"/>
              </a:lnSpc>
              <a:spcBef>
                <a:spcPts val="0"/>
              </a:spcBef>
              <a:spcAft>
                <a:spcPts val="0"/>
              </a:spcAft>
              <a:buClr>
                <a:srgbClr val="000000"/>
              </a:buClr>
              <a:buSzPts val="1400"/>
              <a:buFont typeface="Arial"/>
              <a:buNone/>
              <a:defRPr>
                <a:latin typeface="Nunito Sans"/>
                <a:ea typeface="Nunito Sans"/>
                <a:cs typeface="Nunito Sans"/>
                <a:sym typeface="Nunito Sans"/>
              </a:defRPr>
            </a:lvl9pPr>
          </a:lstStyle>
          <a:p>
            <a:pPr indent="0" lvl="0" marL="0" rtl="0" algn="l">
              <a:spcBef>
                <a:spcPts val="0"/>
              </a:spcBef>
              <a:spcAft>
                <a:spcPts val="0"/>
              </a:spcAft>
              <a:buNone/>
            </a:pPr>
            <a:fld id="{00000000-1234-1234-1234-123412341234}" type="slidenum">
              <a:rPr lang="en"/>
              <a:t>‹#›</a:t>
            </a:fld>
            <a:endParaRPr/>
          </a:p>
        </p:txBody>
      </p:sp>
      <p:sp>
        <p:nvSpPr>
          <p:cNvPr id="150" name="Google Shape;150;p9"/>
          <p:cNvSpPr txBox="1"/>
          <p:nvPr>
            <p:ph idx="1" type="subTitle"/>
          </p:nvPr>
        </p:nvSpPr>
        <p:spPr>
          <a:xfrm>
            <a:off x="7500585" y="2064694"/>
            <a:ext cx="1356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1" name="Google Shape;151;p9"/>
          <p:cNvSpPr txBox="1"/>
          <p:nvPr>
            <p:ph type="title"/>
          </p:nvPr>
        </p:nvSpPr>
        <p:spPr>
          <a:xfrm>
            <a:off x="7500574" y="1590900"/>
            <a:ext cx="1356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2" name="Google Shape;152;p9"/>
          <p:cNvSpPr txBox="1"/>
          <p:nvPr>
            <p:ph idx="2" type="subTitle"/>
          </p:nvPr>
        </p:nvSpPr>
        <p:spPr>
          <a:xfrm>
            <a:off x="5669825" y="4099475"/>
            <a:ext cx="14883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3" name="Google Shape;153;p9"/>
          <p:cNvSpPr txBox="1"/>
          <p:nvPr>
            <p:ph idx="3" type="title"/>
          </p:nvPr>
        </p:nvSpPr>
        <p:spPr>
          <a:xfrm>
            <a:off x="5669814" y="371467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4" name="Google Shape;154;p9"/>
          <p:cNvSpPr txBox="1"/>
          <p:nvPr>
            <p:ph idx="4" type="subTitle"/>
          </p:nvPr>
        </p:nvSpPr>
        <p:spPr>
          <a:xfrm>
            <a:off x="383762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5" name="Google Shape;155;p9"/>
          <p:cNvSpPr txBox="1"/>
          <p:nvPr>
            <p:ph idx="5" type="title"/>
          </p:nvPr>
        </p:nvSpPr>
        <p:spPr>
          <a:xfrm>
            <a:off x="3837622"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6" name="Google Shape;156;p9"/>
          <p:cNvSpPr txBox="1"/>
          <p:nvPr>
            <p:ph idx="6" type="subTitle"/>
          </p:nvPr>
        </p:nvSpPr>
        <p:spPr>
          <a:xfrm>
            <a:off x="2120177" y="4099475"/>
            <a:ext cx="14883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7" name="Google Shape;157;p9"/>
          <p:cNvSpPr txBox="1"/>
          <p:nvPr>
            <p:ph idx="7" type="title"/>
          </p:nvPr>
        </p:nvSpPr>
        <p:spPr>
          <a:xfrm>
            <a:off x="2120175" y="3714662"/>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58" name="Google Shape;158;p9"/>
          <p:cNvSpPr txBox="1"/>
          <p:nvPr>
            <p:ph idx="8" type="subTitle"/>
          </p:nvPr>
        </p:nvSpPr>
        <p:spPr>
          <a:xfrm>
            <a:off x="442957" y="4099483"/>
            <a:ext cx="1255200" cy="729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59" name="Google Shape;159;p9"/>
          <p:cNvSpPr txBox="1"/>
          <p:nvPr>
            <p:ph idx="9" type="title"/>
          </p:nvPr>
        </p:nvSpPr>
        <p:spPr>
          <a:xfrm>
            <a:off x="442949" y="3714675"/>
            <a:ext cx="12552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60" name="Google Shape;160;p9"/>
          <p:cNvSpPr/>
          <p:nvPr>
            <p:ph idx="13" type="pic"/>
          </p:nvPr>
        </p:nvSpPr>
        <p:spPr>
          <a:xfrm>
            <a:off x="1995350" y="1468700"/>
            <a:ext cx="1551300" cy="1971600"/>
          </a:xfrm>
          <a:prstGeom prst="snip1Rect">
            <a:avLst>
              <a:gd fmla="val 28984" name="adj"/>
            </a:avLst>
          </a:prstGeom>
          <a:noFill/>
          <a:ln>
            <a:noFill/>
          </a:ln>
        </p:spPr>
      </p:sp>
      <p:sp>
        <p:nvSpPr>
          <p:cNvPr id="161" name="Google Shape;161;p9"/>
          <p:cNvSpPr/>
          <p:nvPr>
            <p:ph idx="14" type="pic"/>
          </p:nvPr>
        </p:nvSpPr>
        <p:spPr>
          <a:xfrm>
            <a:off x="147475" y="1468700"/>
            <a:ext cx="1550700" cy="1971600"/>
          </a:xfrm>
          <a:prstGeom prst="snip1Rect">
            <a:avLst>
              <a:gd fmla="val 0" name="adj"/>
            </a:avLst>
          </a:prstGeom>
          <a:noFill/>
          <a:ln>
            <a:noFill/>
          </a:ln>
        </p:spPr>
      </p:sp>
      <p:sp>
        <p:nvSpPr>
          <p:cNvPr id="162" name="Google Shape;162;p9"/>
          <p:cNvSpPr/>
          <p:nvPr>
            <p:ph idx="15" type="pic"/>
          </p:nvPr>
        </p:nvSpPr>
        <p:spPr>
          <a:xfrm>
            <a:off x="3859675" y="2638375"/>
            <a:ext cx="1488300" cy="1957800"/>
          </a:xfrm>
          <a:prstGeom prst="snip1Rect">
            <a:avLst>
              <a:gd fmla="val 34843" name="adj"/>
            </a:avLst>
          </a:prstGeom>
          <a:noFill/>
          <a:ln>
            <a:noFill/>
          </a:ln>
        </p:spPr>
      </p:sp>
      <p:sp>
        <p:nvSpPr>
          <p:cNvPr id="163" name="Google Shape;163;p9"/>
          <p:cNvSpPr/>
          <p:nvPr>
            <p:ph idx="16" type="pic"/>
          </p:nvPr>
        </p:nvSpPr>
        <p:spPr>
          <a:xfrm>
            <a:off x="5612925" y="1468725"/>
            <a:ext cx="1551300" cy="1971600"/>
          </a:xfrm>
          <a:prstGeom prst="snip1Rect">
            <a:avLst>
              <a:gd fmla="val 24641" name="adj"/>
            </a:avLst>
          </a:prstGeom>
          <a:noFill/>
          <a:ln>
            <a:noFill/>
          </a:ln>
        </p:spPr>
      </p:sp>
      <p:sp>
        <p:nvSpPr>
          <p:cNvPr id="164" name="Google Shape;164;p9"/>
          <p:cNvSpPr/>
          <p:nvPr>
            <p:ph idx="17" type="pic"/>
          </p:nvPr>
        </p:nvSpPr>
        <p:spPr>
          <a:xfrm>
            <a:off x="7465625" y="2624575"/>
            <a:ext cx="1551300" cy="1971600"/>
          </a:xfrm>
          <a:prstGeom prst="snip1Rect">
            <a:avLst>
              <a:gd fmla="val 0" name="adj"/>
            </a:avLst>
          </a:prstGeom>
          <a:noFill/>
          <a:ln>
            <a:noFill/>
          </a:ln>
        </p:spPr>
      </p:sp>
      <p:sp>
        <p:nvSpPr>
          <p:cNvPr id="165" name="Google Shape;165;p9"/>
          <p:cNvSpPr txBox="1"/>
          <p:nvPr>
            <p:ph idx="18"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lt1"/>
              </a:buClr>
              <a:buSzPts val="1000"/>
              <a:buFont typeface="Nunito Sans"/>
              <a:buNone/>
              <a:defRPr sz="1000">
                <a:solidFill>
                  <a:schemeClr val="lt1"/>
                </a:solidFill>
              </a:defRPr>
            </a:lvl2pPr>
            <a:lvl3pPr lvl="2">
              <a:spcBef>
                <a:spcPts val="0"/>
              </a:spcBef>
              <a:spcAft>
                <a:spcPts val="0"/>
              </a:spcAft>
              <a:buClr>
                <a:schemeClr val="lt1"/>
              </a:buClr>
              <a:buSzPts val="1000"/>
              <a:buFont typeface="Nunito Sans"/>
              <a:buNone/>
              <a:defRPr sz="1000">
                <a:solidFill>
                  <a:schemeClr val="lt1"/>
                </a:solidFill>
              </a:defRPr>
            </a:lvl3pPr>
            <a:lvl4pPr lvl="3">
              <a:spcBef>
                <a:spcPts val="0"/>
              </a:spcBef>
              <a:spcAft>
                <a:spcPts val="0"/>
              </a:spcAft>
              <a:buClr>
                <a:schemeClr val="lt1"/>
              </a:buClr>
              <a:buSzPts val="1000"/>
              <a:buFont typeface="Nunito Sans"/>
              <a:buNone/>
              <a:defRPr sz="1000">
                <a:solidFill>
                  <a:schemeClr val="lt1"/>
                </a:solidFill>
              </a:defRPr>
            </a:lvl4pPr>
            <a:lvl5pPr lvl="4">
              <a:spcBef>
                <a:spcPts val="0"/>
              </a:spcBef>
              <a:spcAft>
                <a:spcPts val="0"/>
              </a:spcAft>
              <a:buClr>
                <a:schemeClr val="lt1"/>
              </a:buClr>
              <a:buSzPts val="1000"/>
              <a:buFont typeface="Nunito Sans"/>
              <a:buNone/>
              <a:defRPr sz="1000">
                <a:solidFill>
                  <a:schemeClr val="lt1"/>
                </a:solidFill>
              </a:defRPr>
            </a:lvl5pPr>
            <a:lvl6pPr lvl="5">
              <a:spcBef>
                <a:spcPts val="0"/>
              </a:spcBef>
              <a:spcAft>
                <a:spcPts val="0"/>
              </a:spcAft>
              <a:buClr>
                <a:schemeClr val="lt1"/>
              </a:buClr>
              <a:buSzPts val="1000"/>
              <a:buFont typeface="Nunito Sans"/>
              <a:buNone/>
              <a:defRPr sz="1000">
                <a:solidFill>
                  <a:schemeClr val="lt1"/>
                </a:solidFill>
              </a:defRPr>
            </a:lvl6pPr>
            <a:lvl7pPr lvl="6">
              <a:spcBef>
                <a:spcPts val="0"/>
              </a:spcBef>
              <a:spcAft>
                <a:spcPts val="0"/>
              </a:spcAft>
              <a:buClr>
                <a:schemeClr val="lt1"/>
              </a:buClr>
              <a:buSzPts val="1000"/>
              <a:buFont typeface="Nunito Sans"/>
              <a:buNone/>
              <a:defRPr sz="1000">
                <a:solidFill>
                  <a:schemeClr val="lt1"/>
                </a:solidFill>
              </a:defRPr>
            </a:lvl7pPr>
            <a:lvl8pPr lvl="7">
              <a:spcBef>
                <a:spcPts val="0"/>
              </a:spcBef>
              <a:spcAft>
                <a:spcPts val="0"/>
              </a:spcAft>
              <a:buClr>
                <a:schemeClr val="lt1"/>
              </a:buClr>
              <a:buSzPts val="1000"/>
              <a:buFont typeface="Nunito Sans"/>
              <a:buNone/>
              <a:defRPr sz="1000">
                <a:solidFill>
                  <a:schemeClr val="lt1"/>
                </a:solidFill>
              </a:defRPr>
            </a:lvl8pPr>
            <a:lvl9pPr lvl="8">
              <a:spcBef>
                <a:spcPts val="0"/>
              </a:spcBef>
              <a:spcAft>
                <a:spcPts val="0"/>
              </a:spcAft>
              <a:buClr>
                <a:schemeClr val="lt1"/>
              </a:buClr>
              <a:buSzPts val="1000"/>
              <a:buFont typeface="Nunito Sans"/>
              <a:buNone/>
              <a:defRPr sz="1000">
                <a:solidFill>
                  <a:schemeClr val="lt1"/>
                </a:solidFill>
              </a:defRPr>
            </a:lvl9pPr>
          </a:lstStyle>
          <a:p/>
        </p:txBody>
      </p:sp>
      <p:sp>
        <p:nvSpPr>
          <p:cNvPr id="166" name="Google Shape;166;p9"/>
          <p:cNvSpPr txBox="1"/>
          <p:nvPr>
            <p:ph idx="19" type="ctrTitle"/>
          </p:nvPr>
        </p:nvSpPr>
        <p:spPr>
          <a:xfrm>
            <a:off x="335400" y="466575"/>
            <a:ext cx="5277600" cy="100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167" name="Google Shape;167;p9"/>
          <p:cNvGrpSpPr/>
          <p:nvPr/>
        </p:nvGrpSpPr>
        <p:grpSpPr>
          <a:xfrm>
            <a:off x="-3175" y="1"/>
            <a:ext cx="9146700" cy="330024"/>
            <a:chOff x="-3175" y="1"/>
            <a:chExt cx="9146700" cy="330024"/>
          </a:xfrm>
        </p:grpSpPr>
        <p:sp>
          <p:nvSpPr>
            <p:cNvPr id="168" name="Google Shape;168;p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169" name="Google Shape;169;p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170" name="Google Shape;170;p9"/>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171" name="Google Shape;171;p9"/>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172" name="Google Shape;172;p9"/>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5 - Alt">
  <p:cSld name="TITLE_1_1_4_3">
    <p:bg>
      <p:bgPr>
        <a:solidFill>
          <a:schemeClr val="lt2"/>
        </a:solidFill>
      </p:bgPr>
    </p:bg>
    <p:spTree>
      <p:nvGrpSpPr>
        <p:cNvPr id="173" name="Shape 173"/>
        <p:cNvGrpSpPr/>
        <p:nvPr/>
      </p:nvGrpSpPr>
      <p:grpSpPr>
        <a:xfrm>
          <a:off x="0" y="0"/>
          <a:ext cx="0" cy="0"/>
          <a:chOff x="0" y="0"/>
          <a:chExt cx="0" cy="0"/>
        </a:xfrm>
      </p:grpSpPr>
      <p:sp>
        <p:nvSpPr>
          <p:cNvPr id="174" name="Google Shape;174;p10"/>
          <p:cNvSpPr txBox="1"/>
          <p:nvPr>
            <p:ph idx="1" type="subTitle"/>
          </p:nvPr>
        </p:nvSpPr>
        <p:spPr>
          <a:xfrm>
            <a:off x="750057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175" name="Google Shape;175;p10"/>
          <p:cNvSpPr txBox="1"/>
          <p:nvPr>
            <p:ph type="title"/>
          </p:nvPr>
        </p:nvSpPr>
        <p:spPr>
          <a:xfrm>
            <a:off x="7500563"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176" name="Google Shape;176;p10"/>
          <p:cNvSpPr txBox="1"/>
          <p:nvPr>
            <p:ph idx="2" type="subTitle"/>
          </p:nvPr>
        </p:nvSpPr>
        <p:spPr>
          <a:xfrm>
            <a:off x="5669825" y="4099483"/>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77" name="Google Shape;177;p10"/>
          <p:cNvSpPr txBox="1"/>
          <p:nvPr>
            <p:ph idx="3" type="title"/>
          </p:nvPr>
        </p:nvSpPr>
        <p:spPr>
          <a:xfrm>
            <a:off x="5669814" y="371467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78" name="Google Shape;178;p10"/>
          <p:cNvSpPr txBox="1"/>
          <p:nvPr>
            <p:ph idx="4" type="subTitle"/>
          </p:nvPr>
        </p:nvSpPr>
        <p:spPr>
          <a:xfrm>
            <a:off x="3837625" y="2064697"/>
            <a:ext cx="1488300" cy="559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79" name="Google Shape;179;p10"/>
          <p:cNvSpPr txBox="1"/>
          <p:nvPr>
            <p:ph idx="5" type="title"/>
          </p:nvPr>
        </p:nvSpPr>
        <p:spPr>
          <a:xfrm>
            <a:off x="3837622" y="1590908"/>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0" name="Google Shape;180;p10"/>
          <p:cNvSpPr txBox="1"/>
          <p:nvPr>
            <p:ph idx="6" type="subTitle"/>
          </p:nvPr>
        </p:nvSpPr>
        <p:spPr>
          <a:xfrm>
            <a:off x="2120185" y="4099475"/>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81" name="Google Shape;181;p10"/>
          <p:cNvSpPr txBox="1"/>
          <p:nvPr>
            <p:ph idx="7" type="title"/>
          </p:nvPr>
        </p:nvSpPr>
        <p:spPr>
          <a:xfrm>
            <a:off x="2120175" y="3714662"/>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2" name="Google Shape;182;p10"/>
          <p:cNvSpPr txBox="1"/>
          <p:nvPr>
            <p:ph idx="8" type="subTitle"/>
          </p:nvPr>
        </p:nvSpPr>
        <p:spPr>
          <a:xfrm>
            <a:off x="442950" y="4099476"/>
            <a:ext cx="1488300" cy="7311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183" name="Google Shape;183;p10"/>
          <p:cNvSpPr txBox="1"/>
          <p:nvPr>
            <p:ph idx="9" type="title"/>
          </p:nvPr>
        </p:nvSpPr>
        <p:spPr>
          <a:xfrm>
            <a:off x="442940" y="3714665"/>
            <a:ext cx="1488300" cy="3123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184" name="Google Shape;184;p10"/>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185" name="Google Shape;185;p10"/>
          <p:cNvSpPr/>
          <p:nvPr>
            <p:ph idx="13" type="pic"/>
          </p:nvPr>
        </p:nvSpPr>
        <p:spPr>
          <a:xfrm>
            <a:off x="1995350" y="1468700"/>
            <a:ext cx="1551300" cy="1971600"/>
          </a:xfrm>
          <a:prstGeom prst="snip1Rect">
            <a:avLst>
              <a:gd fmla="val 28984" name="adj"/>
            </a:avLst>
          </a:prstGeom>
          <a:noFill/>
          <a:ln>
            <a:noFill/>
          </a:ln>
        </p:spPr>
      </p:sp>
      <p:sp>
        <p:nvSpPr>
          <p:cNvPr id="186" name="Google Shape;186;p10"/>
          <p:cNvSpPr/>
          <p:nvPr>
            <p:ph idx="14" type="pic"/>
          </p:nvPr>
        </p:nvSpPr>
        <p:spPr>
          <a:xfrm>
            <a:off x="147475" y="1468700"/>
            <a:ext cx="1550700" cy="1971600"/>
          </a:xfrm>
          <a:prstGeom prst="snip1Rect">
            <a:avLst>
              <a:gd fmla="val 0" name="adj"/>
            </a:avLst>
          </a:prstGeom>
          <a:noFill/>
          <a:ln>
            <a:noFill/>
          </a:ln>
        </p:spPr>
      </p:sp>
      <p:sp>
        <p:nvSpPr>
          <p:cNvPr id="187" name="Google Shape;187;p10"/>
          <p:cNvSpPr/>
          <p:nvPr>
            <p:ph idx="15" type="pic"/>
          </p:nvPr>
        </p:nvSpPr>
        <p:spPr>
          <a:xfrm>
            <a:off x="3859675" y="2638375"/>
            <a:ext cx="1488300" cy="1957800"/>
          </a:xfrm>
          <a:prstGeom prst="snip1Rect">
            <a:avLst>
              <a:gd fmla="val 34843" name="adj"/>
            </a:avLst>
          </a:prstGeom>
          <a:noFill/>
          <a:ln>
            <a:noFill/>
          </a:ln>
        </p:spPr>
      </p:sp>
      <p:sp>
        <p:nvSpPr>
          <p:cNvPr id="188" name="Google Shape;188;p10"/>
          <p:cNvSpPr/>
          <p:nvPr>
            <p:ph idx="16" type="pic"/>
          </p:nvPr>
        </p:nvSpPr>
        <p:spPr>
          <a:xfrm>
            <a:off x="5612925" y="1468725"/>
            <a:ext cx="1551300" cy="1971600"/>
          </a:xfrm>
          <a:prstGeom prst="snip1Rect">
            <a:avLst>
              <a:gd fmla="val 24641" name="adj"/>
            </a:avLst>
          </a:prstGeom>
          <a:noFill/>
          <a:ln>
            <a:noFill/>
          </a:ln>
        </p:spPr>
      </p:sp>
      <p:sp>
        <p:nvSpPr>
          <p:cNvPr id="189" name="Google Shape;189;p10"/>
          <p:cNvSpPr/>
          <p:nvPr>
            <p:ph idx="17" type="pic"/>
          </p:nvPr>
        </p:nvSpPr>
        <p:spPr>
          <a:xfrm>
            <a:off x="7465625" y="2624575"/>
            <a:ext cx="1551300" cy="1971600"/>
          </a:xfrm>
          <a:prstGeom prst="snip1Rect">
            <a:avLst>
              <a:gd fmla="val 0" name="adj"/>
            </a:avLst>
          </a:prstGeom>
          <a:noFill/>
          <a:ln>
            <a:noFill/>
          </a:ln>
        </p:spPr>
      </p:sp>
      <p:sp>
        <p:nvSpPr>
          <p:cNvPr id="190" name="Google Shape;190;p10"/>
          <p:cNvSpPr txBox="1"/>
          <p:nvPr>
            <p:ph idx="18" type="subTitle"/>
          </p:nvPr>
        </p:nvSpPr>
        <p:spPr>
          <a:xfrm>
            <a:off x="0" y="0"/>
            <a:ext cx="3396600" cy="31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191" name="Google Shape;191;p10"/>
          <p:cNvGrpSpPr/>
          <p:nvPr/>
        </p:nvGrpSpPr>
        <p:grpSpPr>
          <a:xfrm rot="5400000">
            <a:off x="8783586" y="41327"/>
            <a:ext cx="216849" cy="249848"/>
            <a:chOff x="1208925" y="3513700"/>
            <a:chExt cx="710050" cy="818100"/>
          </a:xfrm>
        </p:grpSpPr>
        <p:cxnSp>
          <p:nvCxnSpPr>
            <p:cNvPr id="192" name="Google Shape;192;p10"/>
            <p:cNvCxnSpPr/>
            <p:nvPr/>
          </p:nvCxnSpPr>
          <p:spPr>
            <a:xfrm>
              <a:off x="1563950" y="3513700"/>
              <a:ext cx="0" cy="818100"/>
            </a:xfrm>
            <a:prstGeom prst="straightConnector1">
              <a:avLst/>
            </a:prstGeom>
            <a:noFill/>
            <a:ln cap="flat" cmpd="sng" w="19050">
              <a:solidFill>
                <a:schemeClr val="accent5"/>
              </a:solidFill>
              <a:prstDash val="solid"/>
              <a:round/>
              <a:headEnd len="sm" w="sm" type="none"/>
              <a:tailEnd len="sm" w="sm" type="none"/>
            </a:ln>
          </p:spPr>
        </p:cxnSp>
        <p:cxnSp>
          <p:nvCxnSpPr>
            <p:cNvPr id="193" name="Google Shape;193;p10"/>
            <p:cNvCxnSpPr/>
            <p:nvPr/>
          </p:nvCxnSpPr>
          <p:spPr>
            <a:xfrm>
              <a:off x="1290350" y="3900050"/>
              <a:ext cx="547200" cy="0"/>
            </a:xfrm>
            <a:prstGeom prst="straightConnector1">
              <a:avLst/>
            </a:prstGeom>
            <a:noFill/>
            <a:ln cap="flat" cmpd="sng" w="19050">
              <a:solidFill>
                <a:schemeClr val="accent5"/>
              </a:solidFill>
              <a:prstDash val="solid"/>
              <a:round/>
              <a:headEnd len="sm" w="sm" type="none"/>
              <a:tailEnd len="sm" w="sm" type="none"/>
            </a:ln>
          </p:spPr>
        </p:cxnSp>
        <p:sp>
          <p:nvSpPr>
            <p:cNvPr id="194" name="Google Shape;194;p10"/>
            <p:cNvSpPr/>
            <p:nvPr/>
          </p:nvSpPr>
          <p:spPr>
            <a:xfrm>
              <a:off x="1760575" y="35137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0"/>
            <p:cNvSpPr/>
            <p:nvPr/>
          </p:nvSpPr>
          <p:spPr>
            <a:xfrm rot="-5400000">
              <a:off x="1208925" y="35137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0"/>
            <p:cNvSpPr/>
            <p:nvPr/>
          </p:nvSpPr>
          <p:spPr>
            <a:xfrm rot="10800000">
              <a:off x="1208925" y="41280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0"/>
            <p:cNvSpPr/>
            <p:nvPr/>
          </p:nvSpPr>
          <p:spPr>
            <a:xfrm rot="5400000">
              <a:off x="1760575" y="4128000"/>
              <a:ext cx="158400" cy="158400"/>
            </a:xfrm>
            <a:prstGeom prst="arc">
              <a:avLst>
                <a:gd fmla="val 16200000" name="adj1"/>
                <a:gd fmla="val 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8" name="Google Shape;198;p10"/>
          <p:cNvSpPr txBox="1"/>
          <p:nvPr>
            <p:ph idx="19" type="ctrTitle"/>
          </p:nvPr>
        </p:nvSpPr>
        <p:spPr>
          <a:xfrm>
            <a:off x="335400" y="466575"/>
            <a:ext cx="5277600" cy="10020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p:cSld name="TITLE_1_1_4_2">
    <p:bg>
      <p:bgPr>
        <a:solidFill>
          <a:schemeClr val="dk1"/>
        </a:solidFill>
      </p:bgPr>
    </p:bg>
    <p:spTree>
      <p:nvGrpSpPr>
        <p:cNvPr id="199" name="Shape 199"/>
        <p:cNvGrpSpPr/>
        <p:nvPr/>
      </p:nvGrpSpPr>
      <p:grpSpPr>
        <a:xfrm>
          <a:off x="0" y="0"/>
          <a:ext cx="0" cy="0"/>
          <a:chOff x="0" y="0"/>
          <a:chExt cx="0" cy="0"/>
        </a:xfrm>
      </p:grpSpPr>
      <p:grpSp>
        <p:nvGrpSpPr>
          <p:cNvPr id="200" name="Google Shape;200;p11"/>
          <p:cNvGrpSpPr/>
          <p:nvPr/>
        </p:nvGrpSpPr>
        <p:grpSpPr>
          <a:xfrm>
            <a:off x="-3175" y="1"/>
            <a:ext cx="9146700" cy="330024"/>
            <a:chOff x="-3175" y="1"/>
            <a:chExt cx="9146700" cy="330024"/>
          </a:xfrm>
        </p:grpSpPr>
        <p:sp>
          <p:nvSpPr>
            <p:cNvPr id="201" name="Google Shape;201;p11"/>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202" name="Google Shape;202;p11"/>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203" name="Google Shape;203;p11"/>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204" name="Google Shape;204;p11"/>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205" name="Google Shape;205;p11"/>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
        <p:nvSpPr>
          <p:cNvPr id="206" name="Google Shape;206;p11"/>
          <p:cNvSpPr txBox="1"/>
          <p:nvPr>
            <p:ph type="ctrTitle"/>
          </p:nvPr>
        </p:nvSpPr>
        <p:spPr>
          <a:xfrm>
            <a:off x="335400" y="466575"/>
            <a:ext cx="2148300" cy="3788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207" name="Google Shape;207;p11"/>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208" name="Google Shape;208;p11"/>
          <p:cNvSpPr txBox="1"/>
          <p:nvPr>
            <p:ph idx="2" type="subTitle"/>
          </p:nvPr>
        </p:nvSpPr>
        <p:spPr>
          <a:xfrm>
            <a:off x="7942675" y="453290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09" name="Google Shape;209;p11"/>
          <p:cNvSpPr txBox="1"/>
          <p:nvPr>
            <p:ph idx="3" type="title"/>
          </p:nvPr>
        </p:nvSpPr>
        <p:spPr>
          <a:xfrm>
            <a:off x="7942675" y="4254075"/>
            <a:ext cx="12129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10" name="Google Shape;210;p11"/>
          <p:cNvSpPr txBox="1"/>
          <p:nvPr>
            <p:ph idx="4" type="subTitle"/>
          </p:nvPr>
        </p:nvSpPr>
        <p:spPr>
          <a:xfrm>
            <a:off x="5281600" y="45329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1" name="Google Shape;211;p11"/>
          <p:cNvSpPr txBox="1"/>
          <p:nvPr>
            <p:ph idx="5" type="title"/>
          </p:nvPr>
        </p:nvSpPr>
        <p:spPr>
          <a:xfrm>
            <a:off x="5281600" y="4254075"/>
            <a:ext cx="11934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2" name="Google Shape;212;p11"/>
          <p:cNvSpPr txBox="1"/>
          <p:nvPr>
            <p:ph idx="6" type="subTitle"/>
          </p:nvPr>
        </p:nvSpPr>
        <p:spPr>
          <a:xfrm>
            <a:off x="3939475" y="45329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13" name="Google Shape;213;p11"/>
          <p:cNvSpPr txBox="1"/>
          <p:nvPr>
            <p:ph idx="7" type="title"/>
          </p:nvPr>
        </p:nvSpPr>
        <p:spPr>
          <a:xfrm>
            <a:off x="3939475" y="4254075"/>
            <a:ext cx="12051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14" name="Google Shape;214;p11"/>
          <p:cNvSpPr txBox="1"/>
          <p:nvPr>
            <p:ph idx="8" type="subTitle"/>
          </p:nvPr>
        </p:nvSpPr>
        <p:spPr>
          <a:xfrm>
            <a:off x="2604650" y="4532900"/>
            <a:ext cx="11934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5" name="Google Shape;215;p11"/>
          <p:cNvSpPr txBox="1"/>
          <p:nvPr>
            <p:ph idx="9" type="title"/>
          </p:nvPr>
        </p:nvSpPr>
        <p:spPr>
          <a:xfrm>
            <a:off x="2604650" y="4254075"/>
            <a:ext cx="12129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6" name="Google Shape;216;p11"/>
          <p:cNvSpPr txBox="1"/>
          <p:nvPr>
            <p:ph idx="13" type="subTitle"/>
          </p:nvPr>
        </p:nvSpPr>
        <p:spPr>
          <a:xfrm>
            <a:off x="7950622" y="608725"/>
            <a:ext cx="11934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17" name="Google Shape;217;p11"/>
          <p:cNvSpPr txBox="1"/>
          <p:nvPr>
            <p:ph idx="14" type="title"/>
          </p:nvPr>
        </p:nvSpPr>
        <p:spPr>
          <a:xfrm>
            <a:off x="7950600" y="329900"/>
            <a:ext cx="12051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18" name="Google Shape;218;p11"/>
          <p:cNvSpPr txBox="1"/>
          <p:nvPr>
            <p:ph idx="15" type="subTitle"/>
          </p:nvPr>
        </p:nvSpPr>
        <p:spPr>
          <a:xfrm>
            <a:off x="6616648" y="6087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19" name="Google Shape;219;p11"/>
          <p:cNvSpPr txBox="1"/>
          <p:nvPr>
            <p:ph idx="16" type="title"/>
          </p:nvPr>
        </p:nvSpPr>
        <p:spPr>
          <a:xfrm>
            <a:off x="6616625" y="329900"/>
            <a:ext cx="12051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0" name="Google Shape;220;p11"/>
          <p:cNvSpPr txBox="1"/>
          <p:nvPr>
            <p:ph idx="17" type="subTitle"/>
          </p:nvPr>
        </p:nvSpPr>
        <p:spPr>
          <a:xfrm>
            <a:off x="5289547" y="60875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21" name="Google Shape;221;p11"/>
          <p:cNvSpPr txBox="1"/>
          <p:nvPr>
            <p:ph idx="18" type="title"/>
          </p:nvPr>
        </p:nvSpPr>
        <p:spPr>
          <a:xfrm>
            <a:off x="5289525"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2" name="Google Shape;222;p11"/>
          <p:cNvSpPr txBox="1"/>
          <p:nvPr>
            <p:ph idx="19" type="subTitle"/>
          </p:nvPr>
        </p:nvSpPr>
        <p:spPr>
          <a:xfrm>
            <a:off x="2612598" y="608725"/>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Tomorrow Light"/>
              <a:buNone/>
              <a:defRPr sz="10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1000"/>
              <a:buFont typeface="Tomorrow"/>
              <a:buNone/>
              <a:defRPr sz="1000">
                <a:solidFill>
                  <a:schemeClr val="dk1"/>
                </a:solidFill>
                <a:latin typeface="Tomorrow"/>
                <a:ea typeface="Tomorrow"/>
                <a:cs typeface="Tomorrow"/>
                <a:sym typeface="Tomorrow"/>
              </a:defRPr>
            </a:lvl9pPr>
          </a:lstStyle>
          <a:p/>
        </p:txBody>
      </p:sp>
      <p:sp>
        <p:nvSpPr>
          <p:cNvPr id="223" name="Google Shape;223;p11"/>
          <p:cNvSpPr txBox="1"/>
          <p:nvPr>
            <p:ph idx="20" type="subTitle"/>
          </p:nvPr>
        </p:nvSpPr>
        <p:spPr>
          <a:xfrm>
            <a:off x="3947423" y="60875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24" name="Google Shape;224;p11"/>
          <p:cNvSpPr txBox="1"/>
          <p:nvPr>
            <p:ph idx="21" type="title"/>
          </p:nvPr>
        </p:nvSpPr>
        <p:spPr>
          <a:xfrm>
            <a:off x="3947400"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25" name="Google Shape;225;p11"/>
          <p:cNvSpPr txBox="1"/>
          <p:nvPr>
            <p:ph idx="22" type="title"/>
          </p:nvPr>
        </p:nvSpPr>
        <p:spPr>
          <a:xfrm>
            <a:off x="2612575" y="329900"/>
            <a:ext cx="1193400" cy="2787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Tomorrow"/>
              <a:buNone/>
              <a:defRPr sz="1400"/>
            </a:lvl1pPr>
            <a:lvl2pPr lvl="1" algn="r">
              <a:spcBef>
                <a:spcPts val="0"/>
              </a:spcBef>
              <a:spcAft>
                <a:spcPts val="0"/>
              </a:spcAft>
              <a:buSzPts val="1400"/>
              <a:buFont typeface="Tomorrow"/>
              <a:buNone/>
              <a:defRPr sz="1400"/>
            </a:lvl2pPr>
            <a:lvl3pPr lvl="2" algn="r">
              <a:spcBef>
                <a:spcPts val="0"/>
              </a:spcBef>
              <a:spcAft>
                <a:spcPts val="0"/>
              </a:spcAft>
              <a:buSzPts val="1400"/>
              <a:buFont typeface="Tomorrow"/>
              <a:buNone/>
              <a:defRPr sz="1400"/>
            </a:lvl3pPr>
            <a:lvl4pPr lvl="3" algn="r">
              <a:spcBef>
                <a:spcPts val="0"/>
              </a:spcBef>
              <a:spcAft>
                <a:spcPts val="0"/>
              </a:spcAft>
              <a:buSzPts val="1400"/>
              <a:buFont typeface="Tomorrow"/>
              <a:buNone/>
              <a:defRPr sz="1400"/>
            </a:lvl4pPr>
            <a:lvl5pPr lvl="4" algn="r">
              <a:spcBef>
                <a:spcPts val="0"/>
              </a:spcBef>
              <a:spcAft>
                <a:spcPts val="0"/>
              </a:spcAft>
              <a:buSzPts val="1400"/>
              <a:buFont typeface="Tomorrow"/>
              <a:buNone/>
              <a:defRPr sz="1400"/>
            </a:lvl5pPr>
            <a:lvl6pPr lvl="5" algn="r">
              <a:spcBef>
                <a:spcPts val="0"/>
              </a:spcBef>
              <a:spcAft>
                <a:spcPts val="0"/>
              </a:spcAft>
              <a:buSzPts val="1400"/>
              <a:buFont typeface="Tomorrow"/>
              <a:buNone/>
              <a:defRPr sz="1400"/>
            </a:lvl6pPr>
            <a:lvl7pPr lvl="6" algn="r">
              <a:spcBef>
                <a:spcPts val="0"/>
              </a:spcBef>
              <a:spcAft>
                <a:spcPts val="0"/>
              </a:spcAft>
              <a:buSzPts val="1400"/>
              <a:buFont typeface="Tomorrow"/>
              <a:buNone/>
              <a:defRPr sz="1400"/>
            </a:lvl7pPr>
            <a:lvl8pPr lvl="7" algn="r">
              <a:spcBef>
                <a:spcPts val="0"/>
              </a:spcBef>
              <a:spcAft>
                <a:spcPts val="0"/>
              </a:spcAft>
              <a:buSzPts val="1400"/>
              <a:buFont typeface="Tomorrow"/>
              <a:buNone/>
              <a:defRPr sz="1400"/>
            </a:lvl8pPr>
            <a:lvl9pPr lvl="8" algn="r">
              <a:spcBef>
                <a:spcPts val="0"/>
              </a:spcBef>
              <a:spcAft>
                <a:spcPts val="0"/>
              </a:spcAft>
              <a:buSzPts val="1400"/>
              <a:buFont typeface="Tomorrow"/>
              <a:buNone/>
              <a:defRPr sz="1400"/>
            </a:lvl9pPr>
          </a:lstStyle>
          <a:p/>
        </p:txBody>
      </p:sp>
      <p:sp>
        <p:nvSpPr>
          <p:cNvPr id="226" name="Google Shape;226;p11"/>
          <p:cNvSpPr txBox="1"/>
          <p:nvPr>
            <p:ph idx="23" type="subTitle"/>
          </p:nvPr>
        </p:nvSpPr>
        <p:spPr>
          <a:xfrm>
            <a:off x="6608700" y="4532900"/>
            <a:ext cx="1205100" cy="6183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000"/>
              <a:buFont typeface="Tomorrow Light"/>
              <a:buNone/>
              <a:defRPr sz="1000">
                <a:solidFill>
                  <a:schemeClr val="lt1"/>
                </a:solidFill>
                <a:latin typeface="Tomorrow Light"/>
                <a:ea typeface="Tomorrow Light"/>
                <a:cs typeface="Tomorrow Light"/>
                <a:sym typeface="Tomorrow Light"/>
              </a:defRPr>
            </a:lvl1pPr>
            <a:lvl2pPr lvl="1">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2pPr>
            <a:lvl3pPr lvl="2">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3pPr>
            <a:lvl4pPr lvl="3">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4pPr>
            <a:lvl5pPr lvl="4">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5pPr>
            <a:lvl6pPr lvl="5">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6pPr>
            <a:lvl7pPr lvl="6">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7pPr>
            <a:lvl8pPr lvl="7">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8pPr>
            <a:lvl9pPr lvl="8">
              <a:lnSpc>
                <a:spcPct val="100000"/>
              </a:lnSpc>
              <a:spcBef>
                <a:spcPts val="0"/>
              </a:spcBef>
              <a:spcAft>
                <a:spcPts val="0"/>
              </a:spcAft>
              <a:buClr>
                <a:schemeClr val="lt1"/>
              </a:buClr>
              <a:buSzPts val="1000"/>
              <a:buFont typeface="Tomorrow"/>
              <a:buNone/>
              <a:defRPr sz="1000">
                <a:solidFill>
                  <a:schemeClr val="lt1"/>
                </a:solidFill>
                <a:latin typeface="Tomorrow"/>
                <a:ea typeface="Tomorrow"/>
                <a:cs typeface="Tomorrow"/>
                <a:sym typeface="Tomorrow"/>
              </a:defRPr>
            </a:lvl9pPr>
          </a:lstStyle>
          <a:p/>
        </p:txBody>
      </p:sp>
      <p:sp>
        <p:nvSpPr>
          <p:cNvPr id="227" name="Google Shape;227;p11"/>
          <p:cNvSpPr txBox="1"/>
          <p:nvPr>
            <p:ph idx="24" type="title"/>
          </p:nvPr>
        </p:nvSpPr>
        <p:spPr>
          <a:xfrm>
            <a:off x="6608700" y="4254075"/>
            <a:ext cx="1205100" cy="2787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400"/>
              <a:buFont typeface="Tomorrow"/>
              <a:buNone/>
              <a:defRPr sz="1400">
                <a:solidFill>
                  <a:schemeClr val="lt1"/>
                </a:solidFill>
              </a:defRPr>
            </a:lvl1pPr>
            <a:lvl2pPr lvl="1" algn="r">
              <a:spcBef>
                <a:spcPts val="0"/>
              </a:spcBef>
              <a:spcAft>
                <a:spcPts val="0"/>
              </a:spcAft>
              <a:buClr>
                <a:schemeClr val="lt1"/>
              </a:buClr>
              <a:buSzPts val="1400"/>
              <a:buFont typeface="Tomorrow"/>
              <a:buNone/>
              <a:defRPr sz="1400">
                <a:solidFill>
                  <a:schemeClr val="lt1"/>
                </a:solidFill>
              </a:defRPr>
            </a:lvl2pPr>
            <a:lvl3pPr lvl="2" algn="r">
              <a:spcBef>
                <a:spcPts val="0"/>
              </a:spcBef>
              <a:spcAft>
                <a:spcPts val="0"/>
              </a:spcAft>
              <a:buClr>
                <a:schemeClr val="lt1"/>
              </a:buClr>
              <a:buSzPts val="1400"/>
              <a:buFont typeface="Tomorrow"/>
              <a:buNone/>
              <a:defRPr sz="1400">
                <a:solidFill>
                  <a:schemeClr val="lt1"/>
                </a:solidFill>
              </a:defRPr>
            </a:lvl3pPr>
            <a:lvl4pPr lvl="3" algn="r">
              <a:spcBef>
                <a:spcPts val="0"/>
              </a:spcBef>
              <a:spcAft>
                <a:spcPts val="0"/>
              </a:spcAft>
              <a:buClr>
                <a:schemeClr val="lt1"/>
              </a:buClr>
              <a:buSzPts val="1400"/>
              <a:buFont typeface="Tomorrow"/>
              <a:buNone/>
              <a:defRPr sz="1400">
                <a:solidFill>
                  <a:schemeClr val="lt1"/>
                </a:solidFill>
              </a:defRPr>
            </a:lvl4pPr>
            <a:lvl5pPr lvl="4" algn="r">
              <a:spcBef>
                <a:spcPts val="0"/>
              </a:spcBef>
              <a:spcAft>
                <a:spcPts val="0"/>
              </a:spcAft>
              <a:buClr>
                <a:schemeClr val="lt1"/>
              </a:buClr>
              <a:buSzPts val="1400"/>
              <a:buFont typeface="Tomorrow"/>
              <a:buNone/>
              <a:defRPr sz="1400">
                <a:solidFill>
                  <a:schemeClr val="lt1"/>
                </a:solidFill>
              </a:defRPr>
            </a:lvl5pPr>
            <a:lvl6pPr lvl="5" algn="r">
              <a:spcBef>
                <a:spcPts val="0"/>
              </a:spcBef>
              <a:spcAft>
                <a:spcPts val="0"/>
              </a:spcAft>
              <a:buClr>
                <a:schemeClr val="lt1"/>
              </a:buClr>
              <a:buSzPts val="1400"/>
              <a:buFont typeface="Tomorrow"/>
              <a:buNone/>
              <a:defRPr sz="1400">
                <a:solidFill>
                  <a:schemeClr val="lt1"/>
                </a:solidFill>
              </a:defRPr>
            </a:lvl6pPr>
            <a:lvl7pPr lvl="6" algn="r">
              <a:spcBef>
                <a:spcPts val="0"/>
              </a:spcBef>
              <a:spcAft>
                <a:spcPts val="0"/>
              </a:spcAft>
              <a:buClr>
                <a:schemeClr val="lt1"/>
              </a:buClr>
              <a:buSzPts val="1400"/>
              <a:buFont typeface="Tomorrow"/>
              <a:buNone/>
              <a:defRPr sz="1400">
                <a:solidFill>
                  <a:schemeClr val="lt1"/>
                </a:solidFill>
              </a:defRPr>
            </a:lvl7pPr>
            <a:lvl8pPr lvl="7" algn="r">
              <a:spcBef>
                <a:spcPts val="0"/>
              </a:spcBef>
              <a:spcAft>
                <a:spcPts val="0"/>
              </a:spcAft>
              <a:buClr>
                <a:schemeClr val="lt1"/>
              </a:buClr>
              <a:buSzPts val="1400"/>
              <a:buFont typeface="Tomorrow"/>
              <a:buNone/>
              <a:defRPr sz="1400">
                <a:solidFill>
                  <a:schemeClr val="lt1"/>
                </a:solidFill>
              </a:defRPr>
            </a:lvl8pPr>
            <a:lvl9pPr lvl="8" algn="r">
              <a:spcBef>
                <a:spcPts val="0"/>
              </a:spcBef>
              <a:spcAft>
                <a:spcPts val="0"/>
              </a:spcAft>
              <a:buClr>
                <a:schemeClr val="lt1"/>
              </a:buClr>
              <a:buSzPts val="1400"/>
              <a:buFont typeface="Tomorrow"/>
              <a:buNone/>
              <a:defRPr sz="1400">
                <a:solidFill>
                  <a:schemeClr val="lt1"/>
                </a:solidFill>
              </a:defRPr>
            </a:lvl9pPr>
          </a:lstStyle>
          <a:p/>
        </p:txBody>
      </p:sp>
      <p:sp>
        <p:nvSpPr>
          <p:cNvPr id="228" name="Google Shape;228;p11"/>
          <p:cNvSpPr/>
          <p:nvPr>
            <p:ph idx="25" type="pic"/>
          </p:nvPr>
        </p:nvSpPr>
        <p:spPr>
          <a:xfrm>
            <a:off x="2623825" y="2832794"/>
            <a:ext cx="1081200" cy="1422600"/>
          </a:xfrm>
          <a:prstGeom prst="snip1Rect">
            <a:avLst>
              <a:gd fmla="val 0" name="adj"/>
            </a:avLst>
          </a:prstGeom>
          <a:noFill/>
          <a:ln>
            <a:noFill/>
          </a:ln>
        </p:spPr>
      </p:sp>
      <p:sp>
        <p:nvSpPr>
          <p:cNvPr id="229" name="Google Shape;229;p11"/>
          <p:cNvSpPr/>
          <p:nvPr>
            <p:ph idx="26" type="pic"/>
          </p:nvPr>
        </p:nvSpPr>
        <p:spPr>
          <a:xfrm>
            <a:off x="3958200" y="2832794"/>
            <a:ext cx="1081200" cy="1422600"/>
          </a:xfrm>
          <a:prstGeom prst="snip1Rect">
            <a:avLst>
              <a:gd fmla="val 29150" name="adj"/>
            </a:avLst>
          </a:prstGeom>
          <a:noFill/>
          <a:ln>
            <a:noFill/>
          </a:ln>
        </p:spPr>
      </p:sp>
      <p:sp>
        <p:nvSpPr>
          <p:cNvPr id="230" name="Google Shape;230;p11"/>
          <p:cNvSpPr/>
          <p:nvPr>
            <p:ph idx="27" type="pic"/>
          </p:nvPr>
        </p:nvSpPr>
        <p:spPr>
          <a:xfrm>
            <a:off x="5293850" y="2832794"/>
            <a:ext cx="1081200" cy="1422600"/>
          </a:xfrm>
          <a:prstGeom prst="snip1Rect">
            <a:avLst>
              <a:gd fmla="val 0" name="adj"/>
            </a:avLst>
          </a:prstGeom>
          <a:noFill/>
          <a:ln>
            <a:noFill/>
          </a:ln>
        </p:spPr>
      </p:sp>
      <p:sp>
        <p:nvSpPr>
          <p:cNvPr id="231" name="Google Shape;231;p11"/>
          <p:cNvSpPr/>
          <p:nvPr>
            <p:ph idx="28" type="pic"/>
          </p:nvPr>
        </p:nvSpPr>
        <p:spPr>
          <a:xfrm>
            <a:off x="6625625" y="2832794"/>
            <a:ext cx="1081200" cy="1422600"/>
          </a:xfrm>
          <a:prstGeom prst="snip1Rect">
            <a:avLst>
              <a:gd fmla="val 27187" name="adj"/>
            </a:avLst>
          </a:prstGeom>
          <a:noFill/>
          <a:ln>
            <a:noFill/>
          </a:ln>
        </p:spPr>
      </p:sp>
      <p:sp>
        <p:nvSpPr>
          <p:cNvPr id="232" name="Google Shape;232;p11"/>
          <p:cNvSpPr/>
          <p:nvPr>
            <p:ph idx="29" type="pic"/>
          </p:nvPr>
        </p:nvSpPr>
        <p:spPr>
          <a:xfrm>
            <a:off x="7946575" y="2832794"/>
            <a:ext cx="1081200" cy="1422600"/>
          </a:xfrm>
          <a:prstGeom prst="snip1Rect">
            <a:avLst>
              <a:gd fmla="val 0" name="adj"/>
            </a:avLst>
          </a:prstGeom>
          <a:noFill/>
          <a:ln>
            <a:noFill/>
          </a:ln>
        </p:spPr>
      </p:sp>
      <p:sp>
        <p:nvSpPr>
          <p:cNvPr id="233" name="Google Shape;233;p11"/>
          <p:cNvSpPr/>
          <p:nvPr>
            <p:ph idx="30" type="pic"/>
          </p:nvPr>
        </p:nvSpPr>
        <p:spPr>
          <a:xfrm>
            <a:off x="2623825" y="1232594"/>
            <a:ext cx="1081200" cy="1422600"/>
          </a:xfrm>
          <a:prstGeom prst="snip1Rect">
            <a:avLst>
              <a:gd fmla="val 0" name="adj"/>
            </a:avLst>
          </a:prstGeom>
          <a:noFill/>
          <a:ln>
            <a:noFill/>
          </a:ln>
        </p:spPr>
      </p:sp>
      <p:sp>
        <p:nvSpPr>
          <p:cNvPr id="234" name="Google Shape;234;p11"/>
          <p:cNvSpPr/>
          <p:nvPr>
            <p:ph idx="31" type="pic"/>
          </p:nvPr>
        </p:nvSpPr>
        <p:spPr>
          <a:xfrm>
            <a:off x="3958200" y="1232594"/>
            <a:ext cx="1081200" cy="1422600"/>
          </a:xfrm>
          <a:prstGeom prst="snip1Rect">
            <a:avLst>
              <a:gd fmla="val 29150" name="adj"/>
            </a:avLst>
          </a:prstGeom>
          <a:noFill/>
          <a:ln>
            <a:noFill/>
          </a:ln>
        </p:spPr>
      </p:sp>
      <p:sp>
        <p:nvSpPr>
          <p:cNvPr id="235" name="Google Shape;235;p11"/>
          <p:cNvSpPr/>
          <p:nvPr>
            <p:ph idx="32" type="pic"/>
          </p:nvPr>
        </p:nvSpPr>
        <p:spPr>
          <a:xfrm>
            <a:off x="5293850" y="1232594"/>
            <a:ext cx="1081200" cy="1422600"/>
          </a:xfrm>
          <a:prstGeom prst="snip1Rect">
            <a:avLst>
              <a:gd fmla="val 0" name="adj"/>
            </a:avLst>
          </a:prstGeom>
          <a:noFill/>
          <a:ln>
            <a:noFill/>
          </a:ln>
        </p:spPr>
      </p:sp>
      <p:sp>
        <p:nvSpPr>
          <p:cNvPr id="236" name="Google Shape;236;p11"/>
          <p:cNvSpPr/>
          <p:nvPr>
            <p:ph idx="33" type="pic"/>
          </p:nvPr>
        </p:nvSpPr>
        <p:spPr>
          <a:xfrm>
            <a:off x="6625625" y="1232594"/>
            <a:ext cx="1081200" cy="1422600"/>
          </a:xfrm>
          <a:prstGeom prst="snip1Rect">
            <a:avLst>
              <a:gd fmla="val 33134" name="adj"/>
            </a:avLst>
          </a:prstGeom>
          <a:noFill/>
          <a:ln>
            <a:noFill/>
          </a:ln>
        </p:spPr>
      </p:sp>
      <p:sp>
        <p:nvSpPr>
          <p:cNvPr id="237" name="Google Shape;237;p11"/>
          <p:cNvSpPr/>
          <p:nvPr>
            <p:ph idx="34" type="pic"/>
          </p:nvPr>
        </p:nvSpPr>
        <p:spPr>
          <a:xfrm>
            <a:off x="7946575" y="1232594"/>
            <a:ext cx="1081200" cy="1422600"/>
          </a:xfrm>
          <a:prstGeom prst="snip1Rect">
            <a:avLst>
              <a:gd fmla="val 22322" name="adj"/>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 images">
  <p:cSld name="CUSTOM_2">
    <p:bg>
      <p:bgPr>
        <a:solidFill>
          <a:schemeClr val="lt2"/>
        </a:solidFill>
      </p:bgPr>
    </p:bg>
    <p:spTree>
      <p:nvGrpSpPr>
        <p:cNvPr id="238" name="Shape 238"/>
        <p:cNvGrpSpPr/>
        <p:nvPr/>
      </p:nvGrpSpPr>
      <p:grpSpPr>
        <a:xfrm>
          <a:off x="0" y="0"/>
          <a:ext cx="0" cy="0"/>
          <a:chOff x="0" y="0"/>
          <a:chExt cx="0" cy="0"/>
        </a:xfrm>
      </p:grpSpPr>
      <p:sp>
        <p:nvSpPr>
          <p:cNvPr id="239" name="Google Shape;239;p12"/>
          <p:cNvSpPr txBox="1"/>
          <p:nvPr>
            <p:ph type="title"/>
          </p:nvPr>
        </p:nvSpPr>
        <p:spPr>
          <a:xfrm>
            <a:off x="7568637"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0" name="Google Shape;240;p12"/>
          <p:cNvSpPr txBox="1"/>
          <p:nvPr>
            <p:ph idx="2" type="title"/>
          </p:nvPr>
        </p:nvSpPr>
        <p:spPr>
          <a:xfrm>
            <a:off x="5636352"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1" name="Google Shape;241;p12"/>
          <p:cNvSpPr txBox="1"/>
          <p:nvPr>
            <p:ph idx="3" type="title"/>
          </p:nvPr>
        </p:nvSpPr>
        <p:spPr>
          <a:xfrm>
            <a:off x="3725852" y="418577"/>
            <a:ext cx="1005300" cy="327300"/>
          </a:xfrm>
          <a:prstGeom prst="rect">
            <a:avLst/>
          </a:prstGeom>
        </p:spPr>
        <p:txBody>
          <a:bodyPr anchorCtr="0" anchor="ctr" bIns="91425" lIns="0" spcFirstLastPara="1" rIns="91425" wrap="square" tIns="91425">
            <a:normAutofit/>
          </a:bodyPr>
          <a:lstStyle>
            <a:lvl1pPr lvl="0" algn="ctr">
              <a:spcBef>
                <a:spcPts val="0"/>
              </a:spcBef>
              <a:spcAft>
                <a:spcPts val="0"/>
              </a:spcAft>
              <a:buSzPts val="1600"/>
              <a:buFont typeface="Nunito Sans"/>
              <a:buNone/>
              <a:defRPr b="1" sz="1600">
                <a:latin typeface="Nunito Sans"/>
                <a:ea typeface="Nunito Sans"/>
                <a:cs typeface="Nunito Sans"/>
                <a:sym typeface="Nunito Sans"/>
              </a:defRPr>
            </a:lvl1pPr>
            <a:lvl2pPr lvl="1" algn="ctr">
              <a:spcBef>
                <a:spcPts val="0"/>
              </a:spcBef>
              <a:spcAft>
                <a:spcPts val="0"/>
              </a:spcAft>
              <a:buSzPts val="12000"/>
              <a:buFont typeface="Nunito Sans"/>
              <a:buNone/>
              <a:defRPr b="1" sz="12000">
                <a:latin typeface="Nunito Sans"/>
                <a:ea typeface="Nunito Sans"/>
                <a:cs typeface="Nunito Sans"/>
                <a:sym typeface="Nunito Sans"/>
              </a:defRPr>
            </a:lvl2pPr>
            <a:lvl3pPr lvl="2" algn="ctr">
              <a:spcBef>
                <a:spcPts val="0"/>
              </a:spcBef>
              <a:spcAft>
                <a:spcPts val="0"/>
              </a:spcAft>
              <a:buSzPts val="12000"/>
              <a:buFont typeface="Nunito Sans"/>
              <a:buNone/>
              <a:defRPr b="1" sz="12000">
                <a:latin typeface="Nunito Sans"/>
                <a:ea typeface="Nunito Sans"/>
                <a:cs typeface="Nunito Sans"/>
                <a:sym typeface="Nunito Sans"/>
              </a:defRPr>
            </a:lvl3pPr>
            <a:lvl4pPr lvl="3" algn="ctr">
              <a:spcBef>
                <a:spcPts val="0"/>
              </a:spcBef>
              <a:spcAft>
                <a:spcPts val="0"/>
              </a:spcAft>
              <a:buSzPts val="12000"/>
              <a:buFont typeface="Nunito Sans"/>
              <a:buNone/>
              <a:defRPr b="1" sz="12000">
                <a:latin typeface="Nunito Sans"/>
                <a:ea typeface="Nunito Sans"/>
                <a:cs typeface="Nunito Sans"/>
                <a:sym typeface="Nunito Sans"/>
              </a:defRPr>
            </a:lvl4pPr>
            <a:lvl5pPr lvl="4" algn="ctr">
              <a:spcBef>
                <a:spcPts val="0"/>
              </a:spcBef>
              <a:spcAft>
                <a:spcPts val="0"/>
              </a:spcAft>
              <a:buSzPts val="12000"/>
              <a:buFont typeface="Nunito Sans"/>
              <a:buNone/>
              <a:defRPr b="1" sz="12000">
                <a:latin typeface="Nunito Sans"/>
                <a:ea typeface="Nunito Sans"/>
                <a:cs typeface="Nunito Sans"/>
                <a:sym typeface="Nunito Sans"/>
              </a:defRPr>
            </a:lvl5pPr>
            <a:lvl6pPr lvl="5" algn="ctr">
              <a:spcBef>
                <a:spcPts val="0"/>
              </a:spcBef>
              <a:spcAft>
                <a:spcPts val="0"/>
              </a:spcAft>
              <a:buSzPts val="12000"/>
              <a:buFont typeface="Nunito Sans"/>
              <a:buNone/>
              <a:defRPr b="1" sz="12000">
                <a:latin typeface="Nunito Sans"/>
                <a:ea typeface="Nunito Sans"/>
                <a:cs typeface="Nunito Sans"/>
                <a:sym typeface="Nunito Sans"/>
              </a:defRPr>
            </a:lvl6pPr>
            <a:lvl7pPr lvl="6" algn="ctr">
              <a:spcBef>
                <a:spcPts val="0"/>
              </a:spcBef>
              <a:spcAft>
                <a:spcPts val="0"/>
              </a:spcAft>
              <a:buSzPts val="12000"/>
              <a:buFont typeface="Nunito Sans"/>
              <a:buNone/>
              <a:defRPr b="1" sz="12000">
                <a:latin typeface="Nunito Sans"/>
                <a:ea typeface="Nunito Sans"/>
                <a:cs typeface="Nunito Sans"/>
                <a:sym typeface="Nunito Sans"/>
              </a:defRPr>
            </a:lvl7pPr>
            <a:lvl8pPr lvl="7" algn="ctr">
              <a:spcBef>
                <a:spcPts val="0"/>
              </a:spcBef>
              <a:spcAft>
                <a:spcPts val="0"/>
              </a:spcAft>
              <a:buSzPts val="12000"/>
              <a:buFont typeface="Nunito Sans"/>
              <a:buNone/>
              <a:defRPr b="1" sz="12000">
                <a:latin typeface="Nunito Sans"/>
                <a:ea typeface="Nunito Sans"/>
                <a:cs typeface="Nunito Sans"/>
                <a:sym typeface="Nunito Sans"/>
              </a:defRPr>
            </a:lvl8pPr>
            <a:lvl9pPr lvl="8" algn="ctr">
              <a:spcBef>
                <a:spcPts val="0"/>
              </a:spcBef>
              <a:spcAft>
                <a:spcPts val="0"/>
              </a:spcAft>
              <a:buSzPts val="12000"/>
              <a:buFont typeface="Nunito Sans"/>
              <a:buNone/>
              <a:defRPr b="1" sz="12000">
                <a:latin typeface="Nunito Sans"/>
                <a:ea typeface="Nunito Sans"/>
                <a:cs typeface="Nunito Sans"/>
                <a:sym typeface="Nunito Sans"/>
              </a:defRPr>
            </a:lvl9pPr>
          </a:lstStyle>
          <a:p/>
        </p:txBody>
      </p:sp>
      <p:sp>
        <p:nvSpPr>
          <p:cNvPr id="242" name="Google Shape;242;p12"/>
          <p:cNvSpPr/>
          <p:nvPr/>
        </p:nvSpPr>
        <p:spPr>
          <a:xfrm>
            <a:off x="-7450" y="-3650"/>
            <a:ext cx="3287100" cy="330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43" name="Google Shape;243;p12"/>
          <p:cNvSpPr txBox="1"/>
          <p:nvPr>
            <p:ph idx="1" type="subTitle"/>
          </p:nvPr>
        </p:nvSpPr>
        <p:spPr>
          <a:xfrm>
            <a:off x="426025" y="1345400"/>
            <a:ext cx="2346300" cy="642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244" name="Google Shape;244;p12"/>
          <p:cNvSpPr/>
          <p:nvPr>
            <p:ph idx="4" type="pic"/>
          </p:nvPr>
        </p:nvSpPr>
        <p:spPr>
          <a:xfrm>
            <a:off x="426025" y="3373486"/>
            <a:ext cx="774300" cy="642600"/>
          </a:xfrm>
          <a:prstGeom prst="snip1Rect">
            <a:avLst>
              <a:gd fmla="val 16667" name="adj"/>
            </a:avLst>
          </a:prstGeom>
          <a:noFill/>
          <a:ln>
            <a:noFill/>
          </a:ln>
        </p:spPr>
      </p:sp>
      <p:sp>
        <p:nvSpPr>
          <p:cNvPr id="245" name="Google Shape;245;p12"/>
          <p:cNvSpPr/>
          <p:nvPr>
            <p:ph idx="5" type="pic"/>
          </p:nvPr>
        </p:nvSpPr>
        <p:spPr>
          <a:xfrm>
            <a:off x="1230300" y="3373474"/>
            <a:ext cx="765000" cy="642600"/>
          </a:xfrm>
          <a:prstGeom prst="snip1Rect">
            <a:avLst>
              <a:gd fmla="val 16667" name="adj"/>
            </a:avLst>
          </a:prstGeom>
          <a:noFill/>
          <a:ln>
            <a:noFill/>
          </a:ln>
        </p:spPr>
      </p:sp>
      <p:sp>
        <p:nvSpPr>
          <p:cNvPr id="246" name="Google Shape;246;p12"/>
          <p:cNvSpPr/>
          <p:nvPr>
            <p:ph idx="6" type="pic"/>
          </p:nvPr>
        </p:nvSpPr>
        <p:spPr>
          <a:xfrm>
            <a:off x="1230300" y="4047794"/>
            <a:ext cx="765000" cy="642600"/>
          </a:xfrm>
          <a:prstGeom prst="snip1Rect">
            <a:avLst>
              <a:gd fmla="val 16667" name="adj"/>
            </a:avLst>
          </a:prstGeom>
          <a:noFill/>
          <a:ln>
            <a:noFill/>
          </a:ln>
        </p:spPr>
      </p:sp>
      <p:sp>
        <p:nvSpPr>
          <p:cNvPr id="247" name="Google Shape;247;p12"/>
          <p:cNvSpPr/>
          <p:nvPr>
            <p:ph idx="7" type="pic"/>
          </p:nvPr>
        </p:nvSpPr>
        <p:spPr>
          <a:xfrm>
            <a:off x="2025276" y="4047794"/>
            <a:ext cx="765000" cy="642600"/>
          </a:xfrm>
          <a:prstGeom prst="snip1Rect">
            <a:avLst>
              <a:gd fmla="val 16667" name="adj"/>
            </a:avLst>
          </a:prstGeom>
          <a:noFill/>
          <a:ln>
            <a:noFill/>
          </a:ln>
        </p:spPr>
      </p:sp>
      <p:sp>
        <p:nvSpPr>
          <p:cNvPr id="248" name="Google Shape;248;p12"/>
          <p:cNvSpPr/>
          <p:nvPr>
            <p:ph idx="8" type="pic"/>
          </p:nvPr>
        </p:nvSpPr>
        <p:spPr>
          <a:xfrm>
            <a:off x="2025276" y="3373474"/>
            <a:ext cx="765000" cy="642600"/>
          </a:xfrm>
          <a:prstGeom prst="snip1Rect">
            <a:avLst>
              <a:gd fmla="val 16667" name="adj"/>
            </a:avLst>
          </a:prstGeom>
          <a:noFill/>
          <a:ln>
            <a:noFill/>
          </a:ln>
        </p:spPr>
      </p:sp>
      <p:sp>
        <p:nvSpPr>
          <p:cNvPr id="249" name="Google Shape;249;p12"/>
          <p:cNvSpPr/>
          <p:nvPr>
            <p:ph idx="9" type="pic"/>
          </p:nvPr>
        </p:nvSpPr>
        <p:spPr>
          <a:xfrm>
            <a:off x="425925" y="2024850"/>
            <a:ext cx="774300" cy="642600"/>
          </a:xfrm>
          <a:prstGeom prst="snip1Rect">
            <a:avLst>
              <a:gd fmla="val 16667" name="adj"/>
            </a:avLst>
          </a:prstGeom>
          <a:noFill/>
          <a:ln>
            <a:noFill/>
          </a:ln>
        </p:spPr>
      </p:sp>
      <p:sp>
        <p:nvSpPr>
          <p:cNvPr id="250" name="Google Shape;250;p12"/>
          <p:cNvSpPr/>
          <p:nvPr>
            <p:ph idx="13" type="pic"/>
          </p:nvPr>
        </p:nvSpPr>
        <p:spPr>
          <a:xfrm>
            <a:off x="1230300" y="2024857"/>
            <a:ext cx="765000" cy="642600"/>
          </a:xfrm>
          <a:prstGeom prst="snip1Rect">
            <a:avLst>
              <a:gd fmla="val 16667" name="adj"/>
            </a:avLst>
          </a:prstGeom>
          <a:noFill/>
          <a:ln>
            <a:noFill/>
          </a:ln>
        </p:spPr>
      </p:sp>
      <p:sp>
        <p:nvSpPr>
          <p:cNvPr id="251" name="Google Shape;251;p12"/>
          <p:cNvSpPr/>
          <p:nvPr>
            <p:ph idx="14" type="pic"/>
          </p:nvPr>
        </p:nvSpPr>
        <p:spPr>
          <a:xfrm>
            <a:off x="426025" y="2710201"/>
            <a:ext cx="774300" cy="642600"/>
          </a:xfrm>
          <a:prstGeom prst="snip1Rect">
            <a:avLst>
              <a:gd fmla="val 16667" name="adj"/>
            </a:avLst>
          </a:prstGeom>
          <a:noFill/>
          <a:ln>
            <a:noFill/>
          </a:ln>
        </p:spPr>
      </p:sp>
      <p:sp>
        <p:nvSpPr>
          <p:cNvPr id="252" name="Google Shape;252;p12"/>
          <p:cNvSpPr/>
          <p:nvPr>
            <p:ph idx="15" type="pic"/>
          </p:nvPr>
        </p:nvSpPr>
        <p:spPr>
          <a:xfrm>
            <a:off x="1230300" y="2699177"/>
            <a:ext cx="765000" cy="642600"/>
          </a:xfrm>
          <a:prstGeom prst="snip1Rect">
            <a:avLst>
              <a:gd fmla="val 16667" name="adj"/>
            </a:avLst>
          </a:prstGeom>
          <a:noFill/>
          <a:ln>
            <a:noFill/>
          </a:ln>
        </p:spPr>
      </p:sp>
      <p:sp>
        <p:nvSpPr>
          <p:cNvPr id="253" name="Google Shape;253;p12"/>
          <p:cNvSpPr/>
          <p:nvPr>
            <p:ph idx="16" type="pic"/>
          </p:nvPr>
        </p:nvSpPr>
        <p:spPr>
          <a:xfrm>
            <a:off x="2025276" y="2699177"/>
            <a:ext cx="765000" cy="642600"/>
          </a:xfrm>
          <a:prstGeom prst="snip1Rect">
            <a:avLst>
              <a:gd fmla="val 16667" name="adj"/>
            </a:avLst>
          </a:prstGeom>
          <a:noFill/>
          <a:ln>
            <a:noFill/>
          </a:ln>
        </p:spPr>
      </p:sp>
      <p:sp>
        <p:nvSpPr>
          <p:cNvPr id="254" name="Google Shape;254;p12"/>
          <p:cNvSpPr/>
          <p:nvPr>
            <p:ph idx="17" type="pic"/>
          </p:nvPr>
        </p:nvSpPr>
        <p:spPr>
          <a:xfrm>
            <a:off x="2025276" y="2024857"/>
            <a:ext cx="765000" cy="642600"/>
          </a:xfrm>
          <a:prstGeom prst="snip1Rect">
            <a:avLst>
              <a:gd fmla="val 16667" name="adj"/>
            </a:avLst>
          </a:prstGeom>
          <a:noFill/>
          <a:ln>
            <a:noFill/>
          </a:ln>
        </p:spPr>
      </p:sp>
      <p:sp>
        <p:nvSpPr>
          <p:cNvPr id="255" name="Google Shape;255;p12"/>
          <p:cNvSpPr/>
          <p:nvPr>
            <p:ph idx="18" type="pic"/>
          </p:nvPr>
        </p:nvSpPr>
        <p:spPr>
          <a:xfrm>
            <a:off x="426025" y="4036750"/>
            <a:ext cx="774300" cy="642600"/>
          </a:xfrm>
          <a:prstGeom prst="snip1Rect">
            <a:avLst>
              <a:gd fmla="val 16667" name="adj"/>
            </a:avLst>
          </a:prstGeom>
          <a:noFill/>
          <a:ln>
            <a:noFill/>
          </a:ln>
        </p:spPr>
      </p:sp>
      <p:sp>
        <p:nvSpPr>
          <p:cNvPr id="256" name="Google Shape;256;p12"/>
          <p:cNvSpPr txBox="1"/>
          <p:nvPr>
            <p:ph idx="19" type="ctrTitle"/>
          </p:nvPr>
        </p:nvSpPr>
        <p:spPr>
          <a:xfrm>
            <a:off x="335400" y="466575"/>
            <a:ext cx="2715300" cy="8787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u="sng"/>
            </a:lvl2pPr>
            <a:lvl3pPr lvl="2">
              <a:spcBef>
                <a:spcPts val="0"/>
              </a:spcBef>
              <a:spcAft>
                <a:spcPts val="0"/>
              </a:spcAft>
              <a:buSzPts val="2300"/>
              <a:buNone/>
              <a:defRPr sz="2300" u="sng"/>
            </a:lvl3pPr>
            <a:lvl4pPr lvl="3">
              <a:spcBef>
                <a:spcPts val="0"/>
              </a:spcBef>
              <a:spcAft>
                <a:spcPts val="0"/>
              </a:spcAft>
              <a:buSzPts val="2300"/>
              <a:buNone/>
              <a:defRPr sz="2300" u="sng"/>
            </a:lvl4pPr>
            <a:lvl5pPr lvl="4">
              <a:spcBef>
                <a:spcPts val="0"/>
              </a:spcBef>
              <a:spcAft>
                <a:spcPts val="0"/>
              </a:spcAft>
              <a:buSzPts val="2300"/>
              <a:buNone/>
              <a:defRPr sz="2300" u="sng"/>
            </a:lvl5pPr>
            <a:lvl6pPr lvl="5">
              <a:spcBef>
                <a:spcPts val="0"/>
              </a:spcBef>
              <a:spcAft>
                <a:spcPts val="0"/>
              </a:spcAft>
              <a:buSzPts val="2300"/>
              <a:buNone/>
              <a:defRPr sz="2300" u="sng"/>
            </a:lvl6pPr>
            <a:lvl7pPr lvl="6">
              <a:spcBef>
                <a:spcPts val="0"/>
              </a:spcBef>
              <a:spcAft>
                <a:spcPts val="0"/>
              </a:spcAft>
              <a:buSzPts val="2300"/>
              <a:buNone/>
              <a:defRPr sz="2300" u="sng"/>
            </a:lvl7pPr>
            <a:lvl8pPr lvl="7">
              <a:spcBef>
                <a:spcPts val="0"/>
              </a:spcBef>
              <a:spcAft>
                <a:spcPts val="0"/>
              </a:spcAft>
              <a:buSzPts val="2300"/>
              <a:buNone/>
              <a:defRPr sz="2300" u="sng"/>
            </a:lvl8pPr>
            <a:lvl9pPr lvl="8">
              <a:spcBef>
                <a:spcPts val="0"/>
              </a:spcBef>
              <a:spcAft>
                <a:spcPts val="0"/>
              </a:spcAft>
              <a:buSzPts val="2300"/>
              <a:buNone/>
              <a:defRPr sz="2300" u="sng"/>
            </a:lvl9pPr>
          </a:lstStyle>
          <a:p/>
        </p:txBody>
      </p:sp>
      <p:sp>
        <p:nvSpPr>
          <p:cNvPr id="257" name="Google Shape;257;p12"/>
          <p:cNvSpPr/>
          <p:nvPr/>
        </p:nvSpPr>
        <p:spPr>
          <a:xfrm>
            <a:off x="3088030" y="114407"/>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258" name="Google Shape;258;p12"/>
          <p:cNvSpPr/>
          <p:nvPr/>
        </p:nvSpPr>
        <p:spPr>
          <a:xfrm rot="10800000">
            <a:off x="2707146" y="114476"/>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259" name="Google Shape;259;p12"/>
          <p:cNvCxnSpPr/>
          <p:nvPr/>
        </p:nvCxnSpPr>
        <p:spPr>
          <a:xfrm>
            <a:off x="2578169" y="-5981"/>
            <a:ext cx="0" cy="330000"/>
          </a:xfrm>
          <a:prstGeom prst="straightConnector1">
            <a:avLst/>
          </a:prstGeom>
          <a:noFill/>
          <a:ln cap="flat" cmpd="sng" w="9525">
            <a:solidFill>
              <a:schemeClr val="lt1"/>
            </a:solidFill>
            <a:prstDash val="solid"/>
            <a:round/>
            <a:headEnd len="sm" w="sm" type="none"/>
            <a:tailEnd len="sm" w="sm" type="none"/>
          </a:ln>
        </p:spPr>
      </p:cxnSp>
      <p:cxnSp>
        <p:nvCxnSpPr>
          <p:cNvPr id="260" name="Google Shape;260;p12"/>
          <p:cNvCxnSpPr/>
          <p:nvPr/>
        </p:nvCxnSpPr>
        <p:spPr>
          <a:xfrm>
            <a:off x="2936884" y="-3413"/>
            <a:ext cx="0" cy="330000"/>
          </a:xfrm>
          <a:prstGeom prst="straightConnector1">
            <a:avLst/>
          </a:prstGeom>
          <a:noFill/>
          <a:ln cap="flat" cmpd="sng" w="9525">
            <a:solidFill>
              <a:schemeClr val="lt1"/>
            </a:solidFill>
            <a:prstDash val="solid"/>
            <a:round/>
            <a:headEnd len="sm" w="sm" type="none"/>
            <a:tailEnd len="sm" w="sm" type="none"/>
          </a:ln>
        </p:spPr>
      </p:cxnSp>
      <p:sp>
        <p:nvSpPr>
          <p:cNvPr id="261" name="Google Shape;261;p12"/>
          <p:cNvSpPr txBox="1"/>
          <p:nvPr>
            <p:ph idx="20" type="subTitle"/>
          </p:nvPr>
        </p:nvSpPr>
        <p:spPr>
          <a:xfrm>
            <a:off x="0" y="0"/>
            <a:ext cx="25782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CUSTOM_3_2_1">
    <p:bg>
      <p:bgPr>
        <a:solidFill>
          <a:schemeClr val="accent5"/>
        </a:solidFill>
      </p:bgPr>
    </p:bg>
    <p:spTree>
      <p:nvGrpSpPr>
        <p:cNvPr id="262" name="Shape 262"/>
        <p:cNvGrpSpPr/>
        <p:nvPr/>
      </p:nvGrpSpPr>
      <p:grpSpPr>
        <a:xfrm>
          <a:off x="0" y="0"/>
          <a:ext cx="0" cy="0"/>
          <a:chOff x="0" y="0"/>
          <a:chExt cx="0" cy="0"/>
        </a:xfrm>
      </p:grpSpPr>
      <p:cxnSp>
        <p:nvCxnSpPr>
          <p:cNvPr id="263" name="Google Shape;263;p13"/>
          <p:cNvCxnSpPr/>
          <p:nvPr/>
        </p:nvCxnSpPr>
        <p:spPr>
          <a:xfrm rot="10800000">
            <a:off x="6150450" y="4818800"/>
            <a:ext cx="2993700" cy="0"/>
          </a:xfrm>
          <a:prstGeom prst="straightConnector1">
            <a:avLst/>
          </a:prstGeom>
          <a:noFill/>
          <a:ln cap="flat" cmpd="sng" w="9525">
            <a:solidFill>
              <a:schemeClr val="accent4"/>
            </a:solidFill>
            <a:prstDash val="solid"/>
            <a:round/>
            <a:headEnd len="sm" w="sm" type="none"/>
            <a:tailEnd len="sm" w="sm" type="none"/>
          </a:ln>
        </p:spPr>
      </p:cxnSp>
      <p:sp>
        <p:nvSpPr>
          <p:cNvPr id="264" name="Google Shape;264;p13"/>
          <p:cNvSpPr/>
          <p:nvPr/>
        </p:nvSpPr>
        <p:spPr>
          <a:xfrm>
            <a:off x="-9525" y="4814475"/>
            <a:ext cx="6525275" cy="342200"/>
          </a:xfrm>
          <a:custGeom>
            <a:rect b="b" l="l" r="r" t="t"/>
            <a:pathLst>
              <a:path extrusionOk="0" h="13688" w="261011">
                <a:moveTo>
                  <a:pt x="261011" y="13571"/>
                </a:moveTo>
                <a:lnTo>
                  <a:pt x="246428" y="0"/>
                </a:lnTo>
                <a:lnTo>
                  <a:pt x="0" y="0"/>
                </a:lnTo>
                <a:lnTo>
                  <a:pt x="6" y="13688"/>
                </a:lnTo>
                <a:close/>
              </a:path>
            </a:pathLst>
          </a:custGeom>
          <a:solidFill>
            <a:schemeClr val="accent4"/>
          </a:solidFill>
          <a:ln>
            <a:noFill/>
          </a:ln>
        </p:spPr>
      </p:sp>
      <p:sp>
        <p:nvSpPr>
          <p:cNvPr id="265" name="Google Shape;265;p13"/>
          <p:cNvSpPr/>
          <p:nvPr/>
        </p:nvSpPr>
        <p:spPr>
          <a:xfrm>
            <a:off x="2418625" y="-9750"/>
            <a:ext cx="6725525" cy="745975"/>
          </a:xfrm>
          <a:custGeom>
            <a:rect b="b" l="l" r="r" t="t"/>
            <a:pathLst>
              <a:path extrusionOk="0" h="29839" w="269021">
                <a:moveTo>
                  <a:pt x="268943" y="29596"/>
                </a:moveTo>
                <a:lnTo>
                  <a:pt x="178422" y="29839"/>
                </a:lnTo>
                <a:lnTo>
                  <a:pt x="167194" y="19738"/>
                </a:lnTo>
                <a:lnTo>
                  <a:pt x="24549" y="20084"/>
                </a:lnTo>
                <a:lnTo>
                  <a:pt x="0" y="0"/>
                </a:lnTo>
                <a:lnTo>
                  <a:pt x="269021" y="237"/>
                </a:lnTo>
                <a:close/>
              </a:path>
            </a:pathLst>
          </a:custGeom>
          <a:solidFill>
            <a:schemeClr val="accent4"/>
          </a:solidFill>
          <a:ln>
            <a:noFill/>
          </a:ln>
        </p:spPr>
      </p:sp>
      <p:sp>
        <p:nvSpPr>
          <p:cNvPr id="266" name="Google Shape;266;p13"/>
          <p:cNvSpPr txBox="1"/>
          <p:nvPr>
            <p:ph idx="1" type="subTitle"/>
          </p:nvPr>
        </p:nvSpPr>
        <p:spPr>
          <a:xfrm>
            <a:off x="0" y="4828925"/>
            <a:ext cx="3396600" cy="34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267" name="Google Shape;267;p13"/>
          <p:cNvSpPr/>
          <p:nvPr/>
        </p:nvSpPr>
        <p:spPr>
          <a:xfrm>
            <a:off x="-75" y="632075"/>
            <a:ext cx="9143737" cy="1972250"/>
          </a:xfrm>
          <a:custGeom>
            <a:rect b="b" l="l" r="r" t="t"/>
            <a:pathLst>
              <a:path extrusionOk="0" h="78890" w="367329">
                <a:moveTo>
                  <a:pt x="0" y="0"/>
                </a:moveTo>
                <a:lnTo>
                  <a:pt x="261097" y="0"/>
                </a:lnTo>
                <a:lnTo>
                  <a:pt x="345814" y="78890"/>
                </a:lnTo>
                <a:lnTo>
                  <a:pt x="367329" y="78890"/>
                </a:lnTo>
              </a:path>
            </a:pathLst>
          </a:custGeom>
          <a:noFill/>
          <a:ln cap="flat" cmpd="sng" w="9525">
            <a:solidFill>
              <a:schemeClr val="accent4"/>
            </a:solidFill>
            <a:prstDash val="solid"/>
            <a:round/>
            <a:headEnd len="sm" w="sm" type="none"/>
            <a:tailEnd len="sm" w="sm" type="none"/>
          </a:ln>
        </p:spPr>
      </p:sp>
      <p:sp>
        <p:nvSpPr>
          <p:cNvPr id="268" name="Google Shape;268;p13"/>
          <p:cNvSpPr txBox="1"/>
          <p:nvPr>
            <p:ph type="ctrTitle"/>
          </p:nvPr>
        </p:nvSpPr>
        <p:spPr>
          <a:xfrm>
            <a:off x="308075" y="1192675"/>
            <a:ext cx="8124300" cy="32142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grpSp>
        <p:nvGrpSpPr>
          <p:cNvPr id="269" name="Google Shape;269;p13"/>
          <p:cNvGrpSpPr/>
          <p:nvPr/>
        </p:nvGrpSpPr>
        <p:grpSpPr>
          <a:xfrm>
            <a:off x="8912572" y="959031"/>
            <a:ext cx="56807" cy="705200"/>
            <a:chOff x="1520050" y="1847100"/>
            <a:chExt cx="80100" cy="994500"/>
          </a:xfrm>
        </p:grpSpPr>
        <p:sp>
          <p:nvSpPr>
            <p:cNvPr id="270" name="Google Shape;270;p13"/>
            <p:cNvSpPr/>
            <p:nvPr/>
          </p:nvSpPr>
          <p:spPr>
            <a:xfrm>
              <a:off x="1520050" y="18471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1" name="Google Shape;271;p13"/>
            <p:cNvSpPr/>
            <p:nvPr/>
          </p:nvSpPr>
          <p:spPr>
            <a:xfrm>
              <a:off x="1520050" y="20757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2" name="Google Shape;272;p13"/>
            <p:cNvSpPr/>
            <p:nvPr/>
          </p:nvSpPr>
          <p:spPr>
            <a:xfrm>
              <a:off x="1520050" y="23043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3" name="Google Shape;273;p13"/>
            <p:cNvSpPr/>
            <p:nvPr/>
          </p:nvSpPr>
          <p:spPr>
            <a:xfrm>
              <a:off x="1520050" y="25329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74" name="Google Shape;274;p13"/>
            <p:cNvSpPr/>
            <p:nvPr/>
          </p:nvSpPr>
          <p:spPr>
            <a:xfrm>
              <a:off x="1520050" y="2761500"/>
              <a:ext cx="80100" cy="80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grpSp>
        <p:nvGrpSpPr>
          <p:cNvPr id="275" name="Google Shape;275;p13"/>
          <p:cNvGrpSpPr/>
          <p:nvPr/>
        </p:nvGrpSpPr>
        <p:grpSpPr>
          <a:xfrm>
            <a:off x="143596" y="127489"/>
            <a:ext cx="185652" cy="162246"/>
            <a:chOff x="8834250" y="614850"/>
            <a:chExt cx="221700" cy="193750"/>
          </a:xfrm>
        </p:grpSpPr>
        <p:cxnSp>
          <p:nvCxnSpPr>
            <p:cNvPr id="276" name="Google Shape;276;p13"/>
            <p:cNvCxnSpPr/>
            <p:nvPr/>
          </p:nvCxnSpPr>
          <p:spPr>
            <a:xfrm>
              <a:off x="8834250" y="614850"/>
              <a:ext cx="221700" cy="0"/>
            </a:xfrm>
            <a:prstGeom prst="straightConnector1">
              <a:avLst/>
            </a:prstGeom>
            <a:noFill/>
            <a:ln cap="flat" cmpd="sng" w="19050">
              <a:solidFill>
                <a:schemeClr val="lt1"/>
              </a:solidFill>
              <a:prstDash val="solid"/>
              <a:round/>
              <a:headEnd len="sm" w="sm" type="none"/>
              <a:tailEnd len="sm" w="sm" type="none"/>
            </a:ln>
          </p:spPr>
        </p:cxnSp>
        <p:cxnSp>
          <p:nvCxnSpPr>
            <p:cNvPr id="277" name="Google Shape;277;p13"/>
            <p:cNvCxnSpPr/>
            <p:nvPr/>
          </p:nvCxnSpPr>
          <p:spPr>
            <a:xfrm>
              <a:off x="8834250" y="711725"/>
              <a:ext cx="221700" cy="0"/>
            </a:xfrm>
            <a:prstGeom prst="straightConnector1">
              <a:avLst/>
            </a:prstGeom>
            <a:noFill/>
            <a:ln cap="flat" cmpd="sng" w="19050">
              <a:solidFill>
                <a:schemeClr val="lt1"/>
              </a:solidFill>
              <a:prstDash val="solid"/>
              <a:round/>
              <a:headEnd len="sm" w="sm" type="none"/>
              <a:tailEnd len="sm" w="sm" type="none"/>
            </a:ln>
          </p:spPr>
        </p:cxnSp>
        <p:cxnSp>
          <p:nvCxnSpPr>
            <p:cNvPr id="278" name="Google Shape;278;p13"/>
            <p:cNvCxnSpPr/>
            <p:nvPr/>
          </p:nvCxnSpPr>
          <p:spPr>
            <a:xfrm>
              <a:off x="8834250" y="808600"/>
              <a:ext cx="221700" cy="0"/>
            </a:xfrm>
            <a:prstGeom prst="straightConnector1">
              <a:avLst/>
            </a:prstGeom>
            <a:noFill/>
            <a:ln cap="flat" cmpd="sng" w="19050">
              <a:solidFill>
                <a:schemeClr val="lt1"/>
              </a:solidFill>
              <a:prstDash val="solid"/>
              <a:round/>
              <a:headEnd len="sm" w="sm" type="none"/>
              <a:tailEnd len="sm" w="sm" type="none"/>
            </a:ln>
          </p:spPr>
        </p:cxnSp>
      </p:grpSp>
      <p:sp>
        <p:nvSpPr>
          <p:cNvPr id="279" name="Google Shape;279;p13"/>
          <p:cNvSpPr/>
          <p:nvPr/>
        </p:nvSpPr>
        <p:spPr>
          <a:xfrm>
            <a:off x="8942330" y="4931332"/>
            <a:ext cx="78600" cy="891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280" name="Google Shape;280;p13"/>
          <p:cNvSpPr/>
          <p:nvPr/>
        </p:nvSpPr>
        <p:spPr>
          <a:xfrm rot="10800000">
            <a:off x="8561446" y="4931401"/>
            <a:ext cx="78600" cy="89100"/>
          </a:xfrm>
          <a:prstGeom prst="chevron">
            <a:avLst>
              <a:gd fmla="val 6790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281" name="Google Shape;281;p13"/>
          <p:cNvCxnSpPr/>
          <p:nvPr/>
        </p:nvCxnSpPr>
        <p:spPr>
          <a:xfrm>
            <a:off x="8432469" y="4810944"/>
            <a:ext cx="0" cy="330000"/>
          </a:xfrm>
          <a:prstGeom prst="straightConnector1">
            <a:avLst/>
          </a:prstGeom>
          <a:noFill/>
          <a:ln cap="flat" cmpd="sng" w="9525">
            <a:solidFill>
              <a:schemeClr val="accent4"/>
            </a:solidFill>
            <a:prstDash val="solid"/>
            <a:round/>
            <a:headEnd len="sm" w="sm" type="none"/>
            <a:tailEnd len="sm" w="sm" type="none"/>
          </a:ln>
        </p:spPr>
      </p:cxnSp>
      <p:cxnSp>
        <p:nvCxnSpPr>
          <p:cNvPr id="282" name="Google Shape;282;p13"/>
          <p:cNvCxnSpPr/>
          <p:nvPr/>
        </p:nvCxnSpPr>
        <p:spPr>
          <a:xfrm>
            <a:off x="8791184" y="4813512"/>
            <a:ext cx="0" cy="330000"/>
          </a:xfrm>
          <a:prstGeom prst="straightConnector1">
            <a:avLst/>
          </a:prstGeom>
          <a:noFill/>
          <a:ln cap="flat" cmpd="sng" w="9525">
            <a:solidFill>
              <a:schemeClr val="accent4"/>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CUSTOM_3_2">
    <p:bg>
      <p:bgPr>
        <a:solidFill>
          <a:schemeClr val="accent2"/>
        </a:solidFill>
      </p:bgPr>
    </p:bg>
    <p:spTree>
      <p:nvGrpSpPr>
        <p:cNvPr id="283" name="Shape 283"/>
        <p:cNvGrpSpPr/>
        <p:nvPr/>
      </p:nvGrpSpPr>
      <p:grpSpPr>
        <a:xfrm>
          <a:off x="0" y="0"/>
          <a:ext cx="0" cy="0"/>
          <a:chOff x="0" y="0"/>
          <a:chExt cx="0" cy="0"/>
        </a:xfrm>
      </p:grpSpPr>
      <p:cxnSp>
        <p:nvCxnSpPr>
          <p:cNvPr id="284" name="Google Shape;284;p14"/>
          <p:cNvCxnSpPr/>
          <p:nvPr/>
        </p:nvCxnSpPr>
        <p:spPr>
          <a:xfrm rot="10800000">
            <a:off x="6155850" y="4813500"/>
            <a:ext cx="2988300" cy="0"/>
          </a:xfrm>
          <a:prstGeom prst="straightConnector1">
            <a:avLst/>
          </a:prstGeom>
          <a:noFill/>
          <a:ln cap="flat" cmpd="sng" w="9525">
            <a:solidFill>
              <a:schemeClr val="dk1"/>
            </a:solidFill>
            <a:prstDash val="solid"/>
            <a:round/>
            <a:headEnd len="sm" w="sm" type="none"/>
            <a:tailEnd len="sm" w="sm" type="none"/>
          </a:ln>
        </p:spPr>
      </p:cxnSp>
      <p:sp>
        <p:nvSpPr>
          <p:cNvPr id="285" name="Google Shape;285;p14"/>
          <p:cNvSpPr/>
          <p:nvPr/>
        </p:nvSpPr>
        <p:spPr>
          <a:xfrm>
            <a:off x="-9525" y="4814475"/>
            <a:ext cx="6525275" cy="342200"/>
          </a:xfrm>
          <a:custGeom>
            <a:rect b="b" l="l" r="r" t="t"/>
            <a:pathLst>
              <a:path extrusionOk="0" h="13688" w="261011">
                <a:moveTo>
                  <a:pt x="261011" y="13571"/>
                </a:moveTo>
                <a:lnTo>
                  <a:pt x="246428" y="0"/>
                </a:lnTo>
                <a:lnTo>
                  <a:pt x="0" y="0"/>
                </a:lnTo>
                <a:lnTo>
                  <a:pt x="6" y="13688"/>
                </a:lnTo>
                <a:close/>
              </a:path>
            </a:pathLst>
          </a:custGeom>
          <a:solidFill>
            <a:schemeClr val="dk1"/>
          </a:solidFill>
          <a:ln>
            <a:noFill/>
          </a:ln>
        </p:spPr>
      </p:sp>
      <p:sp>
        <p:nvSpPr>
          <p:cNvPr id="286" name="Google Shape;286;p14"/>
          <p:cNvSpPr/>
          <p:nvPr/>
        </p:nvSpPr>
        <p:spPr>
          <a:xfrm>
            <a:off x="8942330" y="4931332"/>
            <a:ext cx="78600" cy="89100"/>
          </a:xfrm>
          <a:prstGeom prst="chevron">
            <a:avLst>
              <a:gd fmla="val 6790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87" name="Google Shape;287;p14"/>
          <p:cNvSpPr/>
          <p:nvPr/>
        </p:nvSpPr>
        <p:spPr>
          <a:xfrm rot="10800000">
            <a:off x="8561446" y="4931401"/>
            <a:ext cx="78600" cy="89100"/>
          </a:xfrm>
          <a:prstGeom prst="chevron">
            <a:avLst>
              <a:gd fmla="val 6790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288" name="Google Shape;288;p14"/>
          <p:cNvCxnSpPr/>
          <p:nvPr/>
        </p:nvCxnSpPr>
        <p:spPr>
          <a:xfrm>
            <a:off x="8432469" y="4810944"/>
            <a:ext cx="0" cy="330000"/>
          </a:xfrm>
          <a:prstGeom prst="straightConnector1">
            <a:avLst/>
          </a:prstGeom>
          <a:noFill/>
          <a:ln cap="flat" cmpd="sng" w="9525">
            <a:solidFill>
              <a:schemeClr val="dk1"/>
            </a:solidFill>
            <a:prstDash val="solid"/>
            <a:round/>
            <a:headEnd len="sm" w="sm" type="none"/>
            <a:tailEnd len="sm" w="sm" type="none"/>
          </a:ln>
        </p:spPr>
      </p:cxnSp>
      <p:cxnSp>
        <p:nvCxnSpPr>
          <p:cNvPr id="289" name="Google Shape;289;p14"/>
          <p:cNvCxnSpPr/>
          <p:nvPr/>
        </p:nvCxnSpPr>
        <p:spPr>
          <a:xfrm>
            <a:off x="8791184" y="4813512"/>
            <a:ext cx="0" cy="330000"/>
          </a:xfrm>
          <a:prstGeom prst="straightConnector1">
            <a:avLst/>
          </a:prstGeom>
          <a:noFill/>
          <a:ln cap="flat" cmpd="sng" w="9525">
            <a:solidFill>
              <a:schemeClr val="dk1"/>
            </a:solidFill>
            <a:prstDash val="solid"/>
            <a:round/>
            <a:headEnd len="sm" w="sm" type="none"/>
            <a:tailEnd len="sm" w="sm" type="none"/>
          </a:ln>
        </p:spPr>
      </p:cxnSp>
      <p:sp>
        <p:nvSpPr>
          <p:cNvPr id="290" name="Google Shape;290;p14"/>
          <p:cNvSpPr/>
          <p:nvPr/>
        </p:nvSpPr>
        <p:spPr>
          <a:xfrm>
            <a:off x="2418625" y="-9750"/>
            <a:ext cx="6725525" cy="745975"/>
          </a:xfrm>
          <a:custGeom>
            <a:rect b="b" l="l" r="r" t="t"/>
            <a:pathLst>
              <a:path extrusionOk="0" h="29839" w="269021">
                <a:moveTo>
                  <a:pt x="268943" y="29596"/>
                </a:moveTo>
                <a:lnTo>
                  <a:pt x="178422" y="29839"/>
                </a:lnTo>
                <a:lnTo>
                  <a:pt x="167194" y="19738"/>
                </a:lnTo>
                <a:lnTo>
                  <a:pt x="24549" y="20084"/>
                </a:lnTo>
                <a:lnTo>
                  <a:pt x="0" y="0"/>
                </a:lnTo>
                <a:lnTo>
                  <a:pt x="269021" y="237"/>
                </a:lnTo>
                <a:close/>
              </a:path>
            </a:pathLst>
          </a:custGeom>
          <a:solidFill>
            <a:schemeClr val="dk1"/>
          </a:solidFill>
          <a:ln>
            <a:noFill/>
          </a:ln>
        </p:spPr>
      </p:sp>
      <p:sp>
        <p:nvSpPr>
          <p:cNvPr id="291" name="Google Shape;291;p14"/>
          <p:cNvSpPr txBox="1"/>
          <p:nvPr>
            <p:ph idx="1" type="subTitle"/>
          </p:nvPr>
        </p:nvSpPr>
        <p:spPr>
          <a:xfrm>
            <a:off x="0" y="4828925"/>
            <a:ext cx="3396600" cy="342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800"/>
              <a:buFont typeface="Nunito Sans"/>
              <a:buNone/>
              <a:defRPr sz="800">
                <a:solidFill>
                  <a:schemeClr val="accent5"/>
                </a:solidFill>
              </a:defRPr>
            </a:lvl1pPr>
            <a:lvl2pPr lvl="1">
              <a:spcBef>
                <a:spcPts val="0"/>
              </a:spcBef>
              <a:spcAft>
                <a:spcPts val="0"/>
              </a:spcAft>
              <a:buClr>
                <a:schemeClr val="accent5"/>
              </a:buClr>
              <a:buSzPts val="1000"/>
              <a:buFont typeface="Nunito Sans"/>
              <a:buNone/>
              <a:defRPr sz="1000">
                <a:solidFill>
                  <a:schemeClr val="accent5"/>
                </a:solidFill>
              </a:defRPr>
            </a:lvl2pPr>
            <a:lvl3pPr lvl="2">
              <a:spcBef>
                <a:spcPts val="0"/>
              </a:spcBef>
              <a:spcAft>
                <a:spcPts val="0"/>
              </a:spcAft>
              <a:buClr>
                <a:schemeClr val="accent5"/>
              </a:buClr>
              <a:buSzPts val="1000"/>
              <a:buFont typeface="Nunito Sans"/>
              <a:buNone/>
              <a:defRPr sz="1000">
                <a:solidFill>
                  <a:schemeClr val="accent5"/>
                </a:solidFill>
              </a:defRPr>
            </a:lvl3pPr>
            <a:lvl4pPr lvl="3">
              <a:spcBef>
                <a:spcPts val="0"/>
              </a:spcBef>
              <a:spcAft>
                <a:spcPts val="0"/>
              </a:spcAft>
              <a:buClr>
                <a:schemeClr val="accent5"/>
              </a:buClr>
              <a:buSzPts val="1000"/>
              <a:buFont typeface="Nunito Sans"/>
              <a:buNone/>
              <a:defRPr sz="1000">
                <a:solidFill>
                  <a:schemeClr val="accent5"/>
                </a:solidFill>
              </a:defRPr>
            </a:lvl4pPr>
            <a:lvl5pPr lvl="4">
              <a:spcBef>
                <a:spcPts val="0"/>
              </a:spcBef>
              <a:spcAft>
                <a:spcPts val="0"/>
              </a:spcAft>
              <a:buClr>
                <a:schemeClr val="accent5"/>
              </a:buClr>
              <a:buSzPts val="1000"/>
              <a:buFont typeface="Nunito Sans"/>
              <a:buNone/>
              <a:defRPr sz="1000">
                <a:solidFill>
                  <a:schemeClr val="accent5"/>
                </a:solidFill>
              </a:defRPr>
            </a:lvl5pPr>
            <a:lvl6pPr lvl="5">
              <a:spcBef>
                <a:spcPts val="0"/>
              </a:spcBef>
              <a:spcAft>
                <a:spcPts val="0"/>
              </a:spcAft>
              <a:buClr>
                <a:schemeClr val="accent5"/>
              </a:buClr>
              <a:buSzPts val="1000"/>
              <a:buFont typeface="Nunito Sans"/>
              <a:buNone/>
              <a:defRPr sz="1000">
                <a:solidFill>
                  <a:schemeClr val="accent5"/>
                </a:solidFill>
              </a:defRPr>
            </a:lvl6pPr>
            <a:lvl7pPr lvl="6">
              <a:spcBef>
                <a:spcPts val="0"/>
              </a:spcBef>
              <a:spcAft>
                <a:spcPts val="0"/>
              </a:spcAft>
              <a:buClr>
                <a:schemeClr val="accent5"/>
              </a:buClr>
              <a:buSzPts val="1000"/>
              <a:buFont typeface="Nunito Sans"/>
              <a:buNone/>
              <a:defRPr sz="1000">
                <a:solidFill>
                  <a:schemeClr val="accent5"/>
                </a:solidFill>
              </a:defRPr>
            </a:lvl7pPr>
            <a:lvl8pPr lvl="7">
              <a:spcBef>
                <a:spcPts val="0"/>
              </a:spcBef>
              <a:spcAft>
                <a:spcPts val="0"/>
              </a:spcAft>
              <a:buClr>
                <a:schemeClr val="accent5"/>
              </a:buClr>
              <a:buSzPts val="1000"/>
              <a:buFont typeface="Nunito Sans"/>
              <a:buNone/>
              <a:defRPr sz="1000">
                <a:solidFill>
                  <a:schemeClr val="accent5"/>
                </a:solidFill>
              </a:defRPr>
            </a:lvl8pPr>
            <a:lvl9pPr lvl="8">
              <a:spcBef>
                <a:spcPts val="0"/>
              </a:spcBef>
              <a:spcAft>
                <a:spcPts val="0"/>
              </a:spcAft>
              <a:buClr>
                <a:schemeClr val="accent5"/>
              </a:buClr>
              <a:buSzPts val="1000"/>
              <a:buFont typeface="Nunito Sans"/>
              <a:buNone/>
              <a:defRPr sz="1000">
                <a:solidFill>
                  <a:schemeClr val="accent5"/>
                </a:solidFill>
              </a:defRPr>
            </a:lvl9pPr>
          </a:lstStyle>
          <a:p/>
        </p:txBody>
      </p:sp>
      <p:sp>
        <p:nvSpPr>
          <p:cNvPr id="292" name="Google Shape;292;p14"/>
          <p:cNvSpPr txBox="1"/>
          <p:nvPr>
            <p:ph type="ctrTitle"/>
          </p:nvPr>
        </p:nvSpPr>
        <p:spPr>
          <a:xfrm>
            <a:off x="308075" y="1192675"/>
            <a:ext cx="8124300" cy="321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grpSp>
        <p:nvGrpSpPr>
          <p:cNvPr id="293" name="Google Shape;293;p14"/>
          <p:cNvGrpSpPr/>
          <p:nvPr/>
        </p:nvGrpSpPr>
        <p:grpSpPr>
          <a:xfrm>
            <a:off x="143596" y="127489"/>
            <a:ext cx="185652" cy="162246"/>
            <a:chOff x="8834250" y="614850"/>
            <a:chExt cx="221700" cy="193750"/>
          </a:xfrm>
        </p:grpSpPr>
        <p:cxnSp>
          <p:nvCxnSpPr>
            <p:cNvPr id="294" name="Google Shape;294;p14"/>
            <p:cNvCxnSpPr/>
            <p:nvPr/>
          </p:nvCxnSpPr>
          <p:spPr>
            <a:xfrm>
              <a:off x="8834250" y="614850"/>
              <a:ext cx="221700" cy="0"/>
            </a:xfrm>
            <a:prstGeom prst="straightConnector1">
              <a:avLst/>
            </a:prstGeom>
            <a:noFill/>
            <a:ln cap="flat" cmpd="sng" w="19050">
              <a:solidFill>
                <a:schemeClr val="dk1"/>
              </a:solidFill>
              <a:prstDash val="solid"/>
              <a:round/>
              <a:headEnd len="sm" w="sm" type="none"/>
              <a:tailEnd len="sm" w="sm" type="none"/>
            </a:ln>
          </p:spPr>
        </p:cxnSp>
        <p:cxnSp>
          <p:nvCxnSpPr>
            <p:cNvPr id="295" name="Google Shape;295;p14"/>
            <p:cNvCxnSpPr/>
            <p:nvPr/>
          </p:nvCxnSpPr>
          <p:spPr>
            <a:xfrm>
              <a:off x="8834250" y="711725"/>
              <a:ext cx="221700" cy="0"/>
            </a:xfrm>
            <a:prstGeom prst="straightConnector1">
              <a:avLst/>
            </a:prstGeom>
            <a:noFill/>
            <a:ln cap="flat" cmpd="sng" w="19050">
              <a:solidFill>
                <a:schemeClr val="dk1"/>
              </a:solidFill>
              <a:prstDash val="solid"/>
              <a:round/>
              <a:headEnd len="sm" w="sm" type="none"/>
              <a:tailEnd len="sm" w="sm" type="none"/>
            </a:ln>
          </p:spPr>
        </p:cxnSp>
        <p:cxnSp>
          <p:nvCxnSpPr>
            <p:cNvPr id="296" name="Google Shape;296;p14"/>
            <p:cNvCxnSpPr/>
            <p:nvPr/>
          </p:nvCxnSpPr>
          <p:spPr>
            <a:xfrm>
              <a:off x="8834250" y="808600"/>
              <a:ext cx="221700" cy="0"/>
            </a:xfrm>
            <a:prstGeom prst="straightConnector1">
              <a:avLst/>
            </a:prstGeom>
            <a:noFill/>
            <a:ln cap="flat" cmpd="sng" w="19050">
              <a:solidFill>
                <a:schemeClr val="dk1"/>
              </a:solidFill>
              <a:prstDash val="solid"/>
              <a:round/>
              <a:headEnd len="sm" w="sm" type="none"/>
              <a:tailEnd len="sm" w="sm" type="none"/>
            </a:ln>
          </p:spPr>
        </p:cxnSp>
      </p:grpSp>
      <p:sp>
        <p:nvSpPr>
          <p:cNvPr id="297" name="Google Shape;297;p14"/>
          <p:cNvSpPr/>
          <p:nvPr/>
        </p:nvSpPr>
        <p:spPr>
          <a:xfrm>
            <a:off x="-75" y="632075"/>
            <a:ext cx="9143737" cy="1972250"/>
          </a:xfrm>
          <a:custGeom>
            <a:rect b="b" l="l" r="r" t="t"/>
            <a:pathLst>
              <a:path extrusionOk="0" h="78890" w="367329">
                <a:moveTo>
                  <a:pt x="0" y="0"/>
                </a:moveTo>
                <a:lnTo>
                  <a:pt x="261097" y="0"/>
                </a:lnTo>
                <a:lnTo>
                  <a:pt x="345814" y="78890"/>
                </a:lnTo>
                <a:lnTo>
                  <a:pt x="367329" y="78890"/>
                </a:lnTo>
              </a:path>
            </a:pathLst>
          </a:custGeom>
          <a:noFill/>
          <a:ln cap="flat" cmpd="sng" w="9525">
            <a:solidFill>
              <a:schemeClr val="dk1"/>
            </a:solidFill>
            <a:prstDash val="solid"/>
            <a:round/>
            <a:headEnd len="sm" w="sm" type="none"/>
            <a:tailEnd len="sm" w="sm" type="none"/>
          </a:ln>
        </p:spPr>
      </p:sp>
      <p:grpSp>
        <p:nvGrpSpPr>
          <p:cNvPr id="298" name="Google Shape;298;p14"/>
          <p:cNvGrpSpPr/>
          <p:nvPr/>
        </p:nvGrpSpPr>
        <p:grpSpPr>
          <a:xfrm>
            <a:off x="8912572" y="959031"/>
            <a:ext cx="56807" cy="705200"/>
            <a:chOff x="1520050" y="1847100"/>
            <a:chExt cx="80100" cy="994500"/>
          </a:xfrm>
        </p:grpSpPr>
        <p:sp>
          <p:nvSpPr>
            <p:cNvPr id="299" name="Google Shape;299;p14"/>
            <p:cNvSpPr/>
            <p:nvPr/>
          </p:nvSpPr>
          <p:spPr>
            <a:xfrm>
              <a:off x="1520050" y="18471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0" name="Google Shape;300;p14"/>
            <p:cNvSpPr/>
            <p:nvPr/>
          </p:nvSpPr>
          <p:spPr>
            <a:xfrm>
              <a:off x="1520050" y="20757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1" name="Google Shape;301;p14"/>
            <p:cNvSpPr/>
            <p:nvPr/>
          </p:nvSpPr>
          <p:spPr>
            <a:xfrm>
              <a:off x="1520050" y="23043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2" name="Google Shape;302;p14"/>
            <p:cNvSpPr/>
            <p:nvPr/>
          </p:nvSpPr>
          <p:spPr>
            <a:xfrm>
              <a:off x="1520050" y="25329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303" name="Google Shape;303;p14"/>
            <p:cNvSpPr/>
            <p:nvPr/>
          </p:nvSpPr>
          <p:spPr>
            <a:xfrm>
              <a:off x="1520050" y="27615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CUSTOM_3_1_1_1">
    <p:bg>
      <p:bgPr>
        <a:solidFill>
          <a:schemeClr val="lt2"/>
        </a:solidFill>
      </p:bgPr>
    </p:bg>
    <p:spTree>
      <p:nvGrpSpPr>
        <p:cNvPr id="304" name="Shape 304"/>
        <p:cNvGrpSpPr/>
        <p:nvPr/>
      </p:nvGrpSpPr>
      <p:grpSpPr>
        <a:xfrm>
          <a:off x="0" y="0"/>
          <a:ext cx="0" cy="0"/>
          <a:chOff x="0" y="0"/>
          <a:chExt cx="0" cy="0"/>
        </a:xfrm>
      </p:grpSpPr>
      <p:sp>
        <p:nvSpPr>
          <p:cNvPr id="305" name="Google Shape;305;p15"/>
          <p:cNvSpPr/>
          <p:nvPr/>
        </p:nvSpPr>
        <p:spPr>
          <a:xfrm>
            <a:off x="6828825" y="284675"/>
            <a:ext cx="2129125" cy="4868950"/>
          </a:xfrm>
          <a:custGeom>
            <a:rect b="b" l="l" r="r" t="t"/>
            <a:pathLst>
              <a:path extrusionOk="0" h="194758" w="85165">
                <a:moveTo>
                  <a:pt x="0" y="0"/>
                </a:moveTo>
                <a:lnTo>
                  <a:pt x="85165" y="98388"/>
                </a:lnTo>
                <a:lnTo>
                  <a:pt x="224" y="194758"/>
                </a:lnTo>
              </a:path>
            </a:pathLst>
          </a:custGeom>
          <a:noFill/>
          <a:ln cap="flat" cmpd="sng" w="9525">
            <a:solidFill>
              <a:schemeClr val="accent5"/>
            </a:solidFill>
            <a:prstDash val="solid"/>
            <a:round/>
            <a:headEnd len="sm" w="sm" type="none"/>
            <a:tailEnd len="sm" w="sm" type="none"/>
          </a:ln>
        </p:spPr>
      </p:sp>
      <p:grpSp>
        <p:nvGrpSpPr>
          <p:cNvPr id="306" name="Google Shape;306;p15"/>
          <p:cNvGrpSpPr/>
          <p:nvPr/>
        </p:nvGrpSpPr>
        <p:grpSpPr>
          <a:xfrm>
            <a:off x="8511558" y="4772568"/>
            <a:ext cx="434628" cy="204679"/>
            <a:chOff x="11562000" y="3311675"/>
            <a:chExt cx="711571" cy="335100"/>
          </a:xfrm>
        </p:grpSpPr>
        <p:sp>
          <p:nvSpPr>
            <p:cNvPr id="307" name="Google Shape;307;p15"/>
            <p:cNvSpPr/>
            <p:nvPr/>
          </p:nvSpPr>
          <p:spPr>
            <a:xfrm>
              <a:off x="11786836"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08" name="Google Shape;308;p15"/>
            <p:cNvSpPr/>
            <p:nvPr/>
          </p:nvSpPr>
          <p:spPr>
            <a:xfrm>
              <a:off x="12011671"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09" name="Google Shape;309;p15"/>
            <p:cNvSpPr/>
            <p:nvPr/>
          </p:nvSpPr>
          <p:spPr>
            <a:xfrm>
              <a:off x="11562000" y="3311675"/>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grpSp>
      <p:sp>
        <p:nvSpPr>
          <p:cNvPr id="310" name="Google Shape;310;p15"/>
          <p:cNvSpPr txBox="1"/>
          <p:nvPr>
            <p:ph idx="1" type="subTitle"/>
          </p:nvPr>
        </p:nvSpPr>
        <p:spPr>
          <a:xfrm>
            <a:off x="646550" y="2038775"/>
            <a:ext cx="4524600" cy="2352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1500"/>
              <a:buFont typeface="Nunito Sans"/>
              <a:buNone/>
              <a:defRPr sz="1500">
                <a:solidFill>
                  <a:schemeClr val="dk1"/>
                </a:solidFill>
              </a:defRPr>
            </a:lvl1pPr>
            <a:lvl2pPr lvl="1">
              <a:lnSpc>
                <a:spcPct val="100000"/>
              </a:lnSpc>
              <a:spcBef>
                <a:spcPts val="0"/>
              </a:spcBef>
              <a:spcAft>
                <a:spcPts val="0"/>
              </a:spcAft>
              <a:buClr>
                <a:schemeClr val="dk1"/>
              </a:buClr>
              <a:buSzPts val="1500"/>
              <a:buFont typeface="Nunito Sans"/>
              <a:buNone/>
              <a:defRPr sz="1500">
                <a:solidFill>
                  <a:schemeClr val="dk1"/>
                </a:solidFill>
              </a:defRPr>
            </a:lvl2pPr>
            <a:lvl3pPr lvl="2">
              <a:lnSpc>
                <a:spcPct val="100000"/>
              </a:lnSpc>
              <a:spcBef>
                <a:spcPts val="0"/>
              </a:spcBef>
              <a:spcAft>
                <a:spcPts val="0"/>
              </a:spcAft>
              <a:buClr>
                <a:schemeClr val="dk1"/>
              </a:buClr>
              <a:buSzPts val="1500"/>
              <a:buFont typeface="Nunito Sans"/>
              <a:buNone/>
              <a:defRPr sz="1500">
                <a:solidFill>
                  <a:schemeClr val="dk1"/>
                </a:solidFill>
              </a:defRPr>
            </a:lvl3pPr>
            <a:lvl4pPr lvl="3">
              <a:lnSpc>
                <a:spcPct val="100000"/>
              </a:lnSpc>
              <a:spcBef>
                <a:spcPts val="0"/>
              </a:spcBef>
              <a:spcAft>
                <a:spcPts val="0"/>
              </a:spcAft>
              <a:buClr>
                <a:schemeClr val="dk1"/>
              </a:buClr>
              <a:buSzPts val="1500"/>
              <a:buFont typeface="Nunito Sans"/>
              <a:buNone/>
              <a:defRPr sz="1500">
                <a:solidFill>
                  <a:schemeClr val="dk1"/>
                </a:solidFill>
              </a:defRPr>
            </a:lvl4pPr>
            <a:lvl5pPr lvl="4">
              <a:lnSpc>
                <a:spcPct val="100000"/>
              </a:lnSpc>
              <a:spcBef>
                <a:spcPts val="0"/>
              </a:spcBef>
              <a:spcAft>
                <a:spcPts val="0"/>
              </a:spcAft>
              <a:buClr>
                <a:schemeClr val="dk1"/>
              </a:buClr>
              <a:buSzPts val="1500"/>
              <a:buFont typeface="Nunito Sans"/>
              <a:buNone/>
              <a:defRPr sz="1500">
                <a:solidFill>
                  <a:schemeClr val="dk1"/>
                </a:solidFill>
              </a:defRPr>
            </a:lvl5pPr>
            <a:lvl6pPr lvl="5">
              <a:lnSpc>
                <a:spcPct val="100000"/>
              </a:lnSpc>
              <a:spcBef>
                <a:spcPts val="0"/>
              </a:spcBef>
              <a:spcAft>
                <a:spcPts val="0"/>
              </a:spcAft>
              <a:buClr>
                <a:schemeClr val="dk1"/>
              </a:buClr>
              <a:buSzPts val="1500"/>
              <a:buFont typeface="Nunito Sans"/>
              <a:buNone/>
              <a:defRPr sz="1500">
                <a:solidFill>
                  <a:schemeClr val="dk1"/>
                </a:solidFill>
              </a:defRPr>
            </a:lvl6pPr>
            <a:lvl7pPr lvl="6">
              <a:lnSpc>
                <a:spcPct val="100000"/>
              </a:lnSpc>
              <a:spcBef>
                <a:spcPts val="0"/>
              </a:spcBef>
              <a:spcAft>
                <a:spcPts val="0"/>
              </a:spcAft>
              <a:buClr>
                <a:schemeClr val="dk1"/>
              </a:buClr>
              <a:buSzPts val="1500"/>
              <a:buFont typeface="Nunito Sans"/>
              <a:buNone/>
              <a:defRPr sz="1500">
                <a:solidFill>
                  <a:schemeClr val="dk1"/>
                </a:solidFill>
              </a:defRPr>
            </a:lvl7pPr>
            <a:lvl8pPr lvl="7">
              <a:lnSpc>
                <a:spcPct val="100000"/>
              </a:lnSpc>
              <a:spcBef>
                <a:spcPts val="0"/>
              </a:spcBef>
              <a:spcAft>
                <a:spcPts val="0"/>
              </a:spcAft>
              <a:buClr>
                <a:schemeClr val="dk1"/>
              </a:buClr>
              <a:buSzPts val="1500"/>
              <a:buFont typeface="Nunito Sans"/>
              <a:buNone/>
              <a:defRPr sz="1500">
                <a:solidFill>
                  <a:schemeClr val="dk1"/>
                </a:solidFill>
              </a:defRPr>
            </a:lvl8pPr>
            <a:lvl9pPr lvl="8">
              <a:lnSpc>
                <a:spcPct val="100000"/>
              </a:lnSpc>
              <a:spcBef>
                <a:spcPts val="0"/>
              </a:spcBef>
              <a:spcAft>
                <a:spcPts val="0"/>
              </a:spcAft>
              <a:buClr>
                <a:schemeClr val="dk1"/>
              </a:buClr>
              <a:buSzPts val="1500"/>
              <a:buFont typeface="Nunito Sans"/>
              <a:buNone/>
              <a:defRPr sz="1500">
                <a:solidFill>
                  <a:schemeClr val="dk1"/>
                </a:solidFill>
              </a:defRPr>
            </a:lvl9pPr>
          </a:lstStyle>
          <a:p/>
        </p:txBody>
      </p:sp>
      <p:sp>
        <p:nvSpPr>
          <p:cNvPr id="311" name="Google Shape;311;p15"/>
          <p:cNvSpPr/>
          <p:nvPr/>
        </p:nvSpPr>
        <p:spPr>
          <a:xfrm>
            <a:off x="2652800" y="-3800"/>
            <a:ext cx="6491200" cy="336650"/>
          </a:xfrm>
          <a:custGeom>
            <a:rect b="b" l="l" r="r" t="t"/>
            <a:pathLst>
              <a:path extrusionOk="0" h="13466" w="259648">
                <a:moveTo>
                  <a:pt x="259648" y="13240"/>
                </a:moveTo>
                <a:lnTo>
                  <a:pt x="168482" y="13466"/>
                </a:lnTo>
                <a:lnTo>
                  <a:pt x="164138" y="8554"/>
                </a:lnTo>
                <a:lnTo>
                  <a:pt x="8417" y="8506"/>
                </a:lnTo>
                <a:lnTo>
                  <a:pt x="0" y="105"/>
                </a:lnTo>
                <a:lnTo>
                  <a:pt x="259648" y="0"/>
                </a:lnTo>
                <a:close/>
              </a:path>
            </a:pathLst>
          </a:custGeom>
          <a:solidFill>
            <a:schemeClr val="accent5"/>
          </a:solidFill>
          <a:ln>
            <a:noFill/>
          </a:ln>
        </p:spPr>
      </p:sp>
      <p:sp>
        <p:nvSpPr>
          <p:cNvPr id="312" name="Google Shape;312;p15"/>
          <p:cNvSpPr/>
          <p:nvPr/>
        </p:nvSpPr>
        <p:spPr>
          <a:xfrm flipH="1">
            <a:off x="366350" y="3214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3" name="Google Shape;313;p15"/>
          <p:cNvSpPr/>
          <p:nvPr/>
        </p:nvSpPr>
        <p:spPr>
          <a:xfrm flipH="1">
            <a:off x="314750" y="3730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4" name="Google Shape;314;p15"/>
          <p:cNvSpPr/>
          <p:nvPr/>
        </p:nvSpPr>
        <p:spPr>
          <a:xfrm rot="10800000">
            <a:off x="-964" y="4793918"/>
            <a:ext cx="6577164" cy="363882"/>
          </a:xfrm>
          <a:custGeom>
            <a:rect b="b" l="l" r="r" t="t"/>
            <a:pathLst>
              <a:path extrusionOk="0" h="17488" w="263429">
                <a:moveTo>
                  <a:pt x="0" y="0"/>
                </a:moveTo>
                <a:lnTo>
                  <a:pt x="17001" y="17488"/>
                </a:lnTo>
                <a:lnTo>
                  <a:pt x="263429" y="17488"/>
                </a:lnTo>
                <a:lnTo>
                  <a:pt x="263423" y="57"/>
                </a:lnTo>
                <a:close/>
              </a:path>
            </a:pathLst>
          </a:custGeom>
          <a:solidFill>
            <a:schemeClr val="accent5"/>
          </a:solidFill>
          <a:ln>
            <a:noFill/>
          </a:ln>
        </p:spPr>
      </p:sp>
      <p:sp>
        <p:nvSpPr>
          <p:cNvPr id="315" name="Google Shape;315;p15"/>
          <p:cNvSpPr txBox="1"/>
          <p:nvPr>
            <p:ph idx="2" type="subTitle"/>
          </p:nvPr>
        </p:nvSpPr>
        <p:spPr>
          <a:xfrm>
            <a:off x="0" y="4793925"/>
            <a:ext cx="3396600" cy="3639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316" name="Google Shape;316;p15"/>
          <p:cNvSpPr txBox="1"/>
          <p:nvPr>
            <p:ph type="ctrTitle"/>
          </p:nvPr>
        </p:nvSpPr>
        <p:spPr>
          <a:xfrm>
            <a:off x="335400" y="466575"/>
            <a:ext cx="5808300" cy="13479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317" name="Google Shape;317;p15"/>
          <p:cNvSpPr/>
          <p:nvPr/>
        </p:nvSpPr>
        <p:spPr>
          <a:xfrm>
            <a:off x="8736250" y="528876"/>
            <a:ext cx="221700" cy="221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318" name="Google Shape;318;p15"/>
          <p:cNvCxnSpPr/>
          <p:nvPr/>
        </p:nvCxnSpPr>
        <p:spPr>
          <a:xfrm>
            <a:off x="8796456" y="639776"/>
            <a:ext cx="101400" cy="0"/>
          </a:xfrm>
          <a:prstGeom prst="straightConnector1">
            <a:avLst/>
          </a:prstGeom>
          <a:noFill/>
          <a:ln cap="flat" cmpd="sng" w="9525">
            <a:solidFill>
              <a:schemeClr val="accent6"/>
            </a:solidFill>
            <a:prstDash val="solid"/>
            <a:round/>
            <a:headEnd len="sm" w="sm" type="none"/>
            <a:tailEnd len="sm" w="sm" type="none"/>
          </a:ln>
        </p:spPr>
      </p:cxnSp>
      <p:sp>
        <p:nvSpPr>
          <p:cNvPr id="319" name="Google Shape;319;p15"/>
          <p:cNvSpPr/>
          <p:nvPr/>
        </p:nvSpPr>
        <p:spPr>
          <a:xfrm>
            <a:off x="8838804" y="591478"/>
            <a:ext cx="59037" cy="96588"/>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2">
  <p:cSld name="CUSTOM_3_1_1">
    <p:bg>
      <p:bgPr>
        <a:solidFill>
          <a:schemeClr val="dk1"/>
        </a:solidFill>
      </p:bgPr>
    </p:bg>
    <p:spTree>
      <p:nvGrpSpPr>
        <p:cNvPr id="320" name="Shape 320"/>
        <p:cNvGrpSpPr/>
        <p:nvPr/>
      </p:nvGrpSpPr>
      <p:grpSpPr>
        <a:xfrm>
          <a:off x="0" y="0"/>
          <a:ext cx="0" cy="0"/>
          <a:chOff x="0" y="0"/>
          <a:chExt cx="0" cy="0"/>
        </a:xfrm>
      </p:grpSpPr>
      <p:cxnSp>
        <p:nvCxnSpPr>
          <p:cNvPr id="321" name="Google Shape;321;p16"/>
          <p:cNvCxnSpPr/>
          <p:nvPr/>
        </p:nvCxnSpPr>
        <p:spPr>
          <a:xfrm>
            <a:off x="7793650" y="256675"/>
            <a:ext cx="1350300" cy="1501500"/>
          </a:xfrm>
          <a:prstGeom prst="straightConnector1">
            <a:avLst/>
          </a:prstGeom>
          <a:noFill/>
          <a:ln cap="flat" cmpd="sng" w="9525">
            <a:solidFill>
              <a:schemeClr val="dk2"/>
            </a:solidFill>
            <a:prstDash val="solid"/>
            <a:round/>
            <a:headEnd len="sm" w="sm" type="none"/>
            <a:tailEnd len="sm" w="sm" type="none"/>
          </a:ln>
        </p:spPr>
      </p:cxnSp>
      <p:cxnSp>
        <p:nvCxnSpPr>
          <p:cNvPr id="322" name="Google Shape;322;p16"/>
          <p:cNvCxnSpPr/>
          <p:nvPr/>
        </p:nvCxnSpPr>
        <p:spPr>
          <a:xfrm flipH="1" rot="10800000">
            <a:off x="7852450" y="3709125"/>
            <a:ext cx="1291500" cy="1444500"/>
          </a:xfrm>
          <a:prstGeom prst="straightConnector1">
            <a:avLst/>
          </a:prstGeom>
          <a:noFill/>
          <a:ln cap="flat" cmpd="sng" w="9525">
            <a:solidFill>
              <a:schemeClr val="dk2"/>
            </a:solidFill>
            <a:prstDash val="solid"/>
            <a:round/>
            <a:headEnd len="sm" w="sm" type="none"/>
            <a:tailEnd len="sm" w="sm" type="none"/>
          </a:ln>
        </p:spPr>
      </p:cxnSp>
      <p:sp>
        <p:nvSpPr>
          <p:cNvPr id="323" name="Google Shape;323;p16"/>
          <p:cNvSpPr/>
          <p:nvPr/>
        </p:nvSpPr>
        <p:spPr>
          <a:xfrm>
            <a:off x="6817075" y="284675"/>
            <a:ext cx="2129125" cy="4868950"/>
          </a:xfrm>
          <a:custGeom>
            <a:rect b="b" l="l" r="r" t="t"/>
            <a:pathLst>
              <a:path extrusionOk="0" h="194758" w="85165">
                <a:moveTo>
                  <a:pt x="0" y="0"/>
                </a:moveTo>
                <a:lnTo>
                  <a:pt x="85165" y="98388"/>
                </a:lnTo>
                <a:lnTo>
                  <a:pt x="224" y="194758"/>
                </a:lnTo>
              </a:path>
            </a:pathLst>
          </a:custGeom>
          <a:noFill/>
          <a:ln cap="flat" cmpd="sng" w="9525">
            <a:solidFill>
              <a:schemeClr val="dk2"/>
            </a:solidFill>
            <a:prstDash val="solid"/>
            <a:round/>
            <a:headEnd len="sm" w="sm" type="none"/>
            <a:tailEnd len="sm" w="sm" type="none"/>
          </a:ln>
        </p:spPr>
      </p:sp>
      <p:grpSp>
        <p:nvGrpSpPr>
          <p:cNvPr id="324" name="Google Shape;324;p16"/>
          <p:cNvGrpSpPr/>
          <p:nvPr/>
        </p:nvGrpSpPr>
        <p:grpSpPr>
          <a:xfrm>
            <a:off x="8511558" y="4772568"/>
            <a:ext cx="434628" cy="204679"/>
            <a:chOff x="11562000" y="3311675"/>
            <a:chExt cx="711571" cy="335100"/>
          </a:xfrm>
        </p:grpSpPr>
        <p:sp>
          <p:nvSpPr>
            <p:cNvPr id="325" name="Google Shape;325;p16"/>
            <p:cNvSpPr/>
            <p:nvPr/>
          </p:nvSpPr>
          <p:spPr>
            <a:xfrm>
              <a:off x="11786836"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26" name="Google Shape;326;p16"/>
            <p:cNvSpPr/>
            <p:nvPr/>
          </p:nvSpPr>
          <p:spPr>
            <a:xfrm>
              <a:off x="12011671"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27" name="Google Shape;327;p16"/>
            <p:cNvSpPr/>
            <p:nvPr/>
          </p:nvSpPr>
          <p:spPr>
            <a:xfrm>
              <a:off x="11562000" y="3311675"/>
              <a:ext cx="261900" cy="335100"/>
            </a:xfrm>
            <a:prstGeom prst="chevron">
              <a:avLst>
                <a:gd fmla="val 67909"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grpSp>
      <p:sp>
        <p:nvSpPr>
          <p:cNvPr id="328" name="Google Shape;328;p16"/>
          <p:cNvSpPr txBox="1"/>
          <p:nvPr>
            <p:ph idx="1" type="subTitle"/>
          </p:nvPr>
        </p:nvSpPr>
        <p:spPr>
          <a:xfrm>
            <a:off x="640550" y="2038775"/>
            <a:ext cx="4524600" cy="23526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lt1"/>
              </a:buClr>
              <a:buSzPts val="1500"/>
              <a:buFont typeface="Nunito Sans"/>
              <a:buNone/>
              <a:defRPr sz="1500">
                <a:solidFill>
                  <a:schemeClr val="lt1"/>
                </a:solidFill>
              </a:defRPr>
            </a:lvl1pPr>
            <a:lvl2pPr lvl="1">
              <a:lnSpc>
                <a:spcPct val="100000"/>
              </a:lnSpc>
              <a:spcBef>
                <a:spcPts val="0"/>
              </a:spcBef>
              <a:spcAft>
                <a:spcPts val="0"/>
              </a:spcAft>
              <a:buClr>
                <a:schemeClr val="lt1"/>
              </a:buClr>
              <a:buSzPts val="1500"/>
              <a:buFont typeface="Nunito Sans"/>
              <a:buNone/>
              <a:defRPr sz="1500">
                <a:solidFill>
                  <a:schemeClr val="lt1"/>
                </a:solidFill>
              </a:defRPr>
            </a:lvl2pPr>
            <a:lvl3pPr lvl="2">
              <a:lnSpc>
                <a:spcPct val="100000"/>
              </a:lnSpc>
              <a:spcBef>
                <a:spcPts val="0"/>
              </a:spcBef>
              <a:spcAft>
                <a:spcPts val="0"/>
              </a:spcAft>
              <a:buClr>
                <a:schemeClr val="lt1"/>
              </a:buClr>
              <a:buSzPts val="1500"/>
              <a:buFont typeface="Nunito Sans"/>
              <a:buNone/>
              <a:defRPr sz="1500">
                <a:solidFill>
                  <a:schemeClr val="lt1"/>
                </a:solidFill>
              </a:defRPr>
            </a:lvl3pPr>
            <a:lvl4pPr lvl="3">
              <a:lnSpc>
                <a:spcPct val="100000"/>
              </a:lnSpc>
              <a:spcBef>
                <a:spcPts val="0"/>
              </a:spcBef>
              <a:spcAft>
                <a:spcPts val="0"/>
              </a:spcAft>
              <a:buClr>
                <a:schemeClr val="lt1"/>
              </a:buClr>
              <a:buSzPts val="1500"/>
              <a:buFont typeface="Nunito Sans"/>
              <a:buNone/>
              <a:defRPr sz="1500">
                <a:solidFill>
                  <a:schemeClr val="lt1"/>
                </a:solidFill>
              </a:defRPr>
            </a:lvl4pPr>
            <a:lvl5pPr lvl="4">
              <a:lnSpc>
                <a:spcPct val="100000"/>
              </a:lnSpc>
              <a:spcBef>
                <a:spcPts val="0"/>
              </a:spcBef>
              <a:spcAft>
                <a:spcPts val="0"/>
              </a:spcAft>
              <a:buClr>
                <a:schemeClr val="lt1"/>
              </a:buClr>
              <a:buSzPts val="1500"/>
              <a:buFont typeface="Nunito Sans"/>
              <a:buNone/>
              <a:defRPr sz="1500">
                <a:solidFill>
                  <a:schemeClr val="lt1"/>
                </a:solidFill>
              </a:defRPr>
            </a:lvl5pPr>
            <a:lvl6pPr lvl="5">
              <a:lnSpc>
                <a:spcPct val="100000"/>
              </a:lnSpc>
              <a:spcBef>
                <a:spcPts val="0"/>
              </a:spcBef>
              <a:spcAft>
                <a:spcPts val="0"/>
              </a:spcAft>
              <a:buClr>
                <a:schemeClr val="lt1"/>
              </a:buClr>
              <a:buSzPts val="1500"/>
              <a:buFont typeface="Nunito Sans"/>
              <a:buNone/>
              <a:defRPr sz="1500">
                <a:solidFill>
                  <a:schemeClr val="lt1"/>
                </a:solidFill>
              </a:defRPr>
            </a:lvl6pPr>
            <a:lvl7pPr lvl="6">
              <a:lnSpc>
                <a:spcPct val="100000"/>
              </a:lnSpc>
              <a:spcBef>
                <a:spcPts val="0"/>
              </a:spcBef>
              <a:spcAft>
                <a:spcPts val="0"/>
              </a:spcAft>
              <a:buClr>
                <a:schemeClr val="lt1"/>
              </a:buClr>
              <a:buSzPts val="1500"/>
              <a:buFont typeface="Nunito Sans"/>
              <a:buNone/>
              <a:defRPr sz="1500">
                <a:solidFill>
                  <a:schemeClr val="lt1"/>
                </a:solidFill>
              </a:defRPr>
            </a:lvl7pPr>
            <a:lvl8pPr lvl="7">
              <a:lnSpc>
                <a:spcPct val="100000"/>
              </a:lnSpc>
              <a:spcBef>
                <a:spcPts val="0"/>
              </a:spcBef>
              <a:spcAft>
                <a:spcPts val="0"/>
              </a:spcAft>
              <a:buClr>
                <a:schemeClr val="lt1"/>
              </a:buClr>
              <a:buSzPts val="1500"/>
              <a:buFont typeface="Nunito Sans"/>
              <a:buNone/>
              <a:defRPr sz="1500">
                <a:solidFill>
                  <a:schemeClr val="lt1"/>
                </a:solidFill>
              </a:defRPr>
            </a:lvl8pPr>
            <a:lvl9pPr lvl="8">
              <a:lnSpc>
                <a:spcPct val="100000"/>
              </a:lnSpc>
              <a:spcBef>
                <a:spcPts val="0"/>
              </a:spcBef>
              <a:spcAft>
                <a:spcPts val="0"/>
              </a:spcAft>
              <a:buClr>
                <a:schemeClr val="lt1"/>
              </a:buClr>
              <a:buSzPts val="1500"/>
              <a:buFont typeface="Nunito Sans"/>
              <a:buNone/>
              <a:defRPr sz="1500">
                <a:solidFill>
                  <a:schemeClr val="lt1"/>
                </a:solidFill>
              </a:defRPr>
            </a:lvl9pPr>
          </a:lstStyle>
          <a:p/>
        </p:txBody>
      </p:sp>
      <p:sp>
        <p:nvSpPr>
          <p:cNvPr id="329" name="Google Shape;329;p16"/>
          <p:cNvSpPr/>
          <p:nvPr/>
        </p:nvSpPr>
        <p:spPr>
          <a:xfrm>
            <a:off x="2652800" y="-3800"/>
            <a:ext cx="6491200" cy="336650"/>
          </a:xfrm>
          <a:custGeom>
            <a:rect b="b" l="l" r="r" t="t"/>
            <a:pathLst>
              <a:path extrusionOk="0" h="13466" w="259648">
                <a:moveTo>
                  <a:pt x="259648" y="13240"/>
                </a:moveTo>
                <a:lnTo>
                  <a:pt x="168482" y="13466"/>
                </a:lnTo>
                <a:lnTo>
                  <a:pt x="162515" y="8569"/>
                </a:lnTo>
                <a:lnTo>
                  <a:pt x="8417" y="8506"/>
                </a:lnTo>
                <a:lnTo>
                  <a:pt x="0" y="105"/>
                </a:lnTo>
                <a:lnTo>
                  <a:pt x="259648" y="0"/>
                </a:lnTo>
                <a:close/>
              </a:path>
            </a:pathLst>
          </a:custGeom>
          <a:solidFill>
            <a:schemeClr val="dk2"/>
          </a:solidFill>
          <a:ln>
            <a:noFill/>
          </a:ln>
        </p:spPr>
      </p:sp>
      <p:sp>
        <p:nvSpPr>
          <p:cNvPr id="330" name="Google Shape;330;p16"/>
          <p:cNvSpPr/>
          <p:nvPr/>
        </p:nvSpPr>
        <p:spPr>
          <a:xfrm flipH="1">
            <a:off x="366350" y="3214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1" name="Google Shape;331;p16"/>
          <p:cNvSpPr/>
          <p:nvPr/>
        </p:nvSpPr>
        <p:spPr>
          <a:xfrm flipH="1">
            <a:off x="314750" y="373050"/>
            <a:ext cx="51600" cy="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2" name="Google Shape;332;p16"/>
          <p:cNvSpPr/>
          <p:nvPr/>
        </p:nvSpPr>
        <p:spPr>
          <a:xfrm rot="10800000">
            <a:off x="-964" y="4793918"/>
            <a:ext cx="6577164" cy="363882"/>
          </a:xfrm>
          <a:custGeom>
            <a:rect b="b" l="l" r="r" t="t"/>
            <a:pathLst>
              <a:path extrusionOk="0" h="17488" w="263429">
                <a:moveTo>
                  <a:pt x="0" y="0"/>
                </a:moveTo>
                <a:lnTo>
                  <a:pt x="17001" y="17488"/>
                </a:lnTo>
                <a:lnTo>
                  <a:pt x="263429" y="17488"/>
                </a:lnTo>
                <a:lnTo>
                  <a:pt x="263423" y="57"/>
                </a:lnTo>
                <a:close/>
              </a:path>
            </a:pathLst>
          </a:custGeom>
          <a:solidFill>
            <a:schemeClr val="dk2"/>
          </a:solidFill>
          <a:ln>
            <a:noFill/>
          </a:ln>
        </p:spPr>
      </p:sp>
      <p:sp>
        <p:nvSpPr>
          <p:cNvPr id="333" name="Google Shape;333;p16"/>
          <p:cNvSpPr txBox="1"/>
          <p:nvPr>
            <p:ph idx="2" type="subTitle"/>
          </p:nvPr>
        </p:nvSpPr>
        <p:spPr>
          <a:xfrm>
            <a:off x="0" y="4793925"/>
            <a:ext cx="3396600" cy="336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2"/>
              </a:buClr>
              <a:buSzPts val="800"/>
              <a:buFont typeface="Nunito Sans"/>
              <a:buNone/>
              <a:defRPr sz="800">
                <a:solidFill>
                  <a:schemeClr val="lt2"/>
                </a:solidFill>
              </a:defRPr>
            </a:lvl1pPr>
            <a:lvl2pPr lvl="1">
              <a:spcBef>
                <a:spcPts val="0"/>
              </a:spcBef>
              <a:spcAft>
                <a:spcPts val="0"/>
              </a:spcAft>
              <a:buClr>
                <a:schemeClr val="lt2"/>
              </a:buClr>
              <a:buSzPts val="1000"/>
              <a:buFont typeface="Nunito Sans"/>
              <a:buNone/>
              <a:defRPr sz="1000">
                <a:solidFill>
                  <a:schemeClr val="lt2"/>
                </a:solidFill>
              </a:defRPr>
            </a:lvl2pPr>
            <a:lvl3pPr lvl="2">
              <a:spcBef>
                <a:spcPts val="0"/>
              </a:spcBef>
              <a:spcAft>
                <a:spcPts val="0"/>
              </a:spcAft>
              <a:buClr>
                <a:schemeClr val="lt2"/>
              </a:buClr>
              <a:buSzPts val="1000"/>
              <a:buFont typeface="Nunito Sans"/>
              <a:buNone/>
              <a:defRPr sz="1000">
                <a:solidFill>
                  <a:schemeClr val="lt2"/>
                </a:solidFill>
              </a:defRPr>
            </a:lvl3pPr>
            <a:lvl4pPr lvl="3">
              <a:spcBef>
                <a:spcPts val="0"/>
              </a:spcBef>
              <a:spcAft>
                <a:spcPts val="0"/>
              </a:spcAft>
              <a:buClr>
                <a:schemeClr val="lt2"/>
              </a:buClr>
              <a:buSzPts val="1000"/>
              <a:buFont typeface="Nunito Sans"/>
              <a:buNone/>
              <a:defRPr sz="1000">
                <a:solidFill>
                  <a:schemeClr val="lt2"/>
                </a:solidFill>
              </a:defRPr>
            </a:lvl4pPr>
            <a:lvl5pPr lvl="4">
              <a:spcBef>
                <a:spcPts val="0"/>
              </a:spcBef>
              <a:spcAft>
                <a:spcPts val="0"/>
              </a:spcAft>
              <a:buClr>
                <a:schemeClr val="lt2"/>
              </a:buClr>
              <a:buSzPts val="1000"/>
              <a:buFont typeface="Nunito Sans"/>
              <a:buNone/>
              <a:defRPr sz="1000">
                <a:solidFill>
                  <a:schemeClr val="lt2"/>
                </a:solidFill>
              </a:defRPr>
            </a:lvl5pPr>
            <a:lvl6pPr lvl="5">
              <a:spcBef>
                <a:spcPts val="0"/>
              </a:spcBef>
              <a:spcAft>
                <a:spcPts val="0"/>
              </a:spcAft>
              <a:buClr>
                <a:schemeClr val="lt2"/>
              </a:buClr>
              <a:buSzPts val="1000"/>
              <a:buFont typeface="Nunito Sans"/>
              <a:buNone/>
              <a:defRPr sz="1000">
                <a:solidFill>
                  <a:schemeClr val="lt2"/>
                </a:solidFill>
              </a:defRPr>
            </a:lvl6pPr>
            <a:lvl7pPr lvl="6">
              <a:spcBef>
                <a:spcPts val="0"/>
              </a:spcBef>
              <a:spcAft>
                <a:spcPts val="0"/>
              </a:spcAft>
              <a:buClr>
                <a:schemeClr val="lt2"/>
              </a:buClr>
              <a:buSzPts val="1000"/>
              <a:buFont typeface="Nunito Sans"/>
              <a:buNone/>
              <a:defRPr sz="1000">
                <a:solidFill>
                  <a:schemeClr val="lt2"/>
                </a:solidFill>
              </a:defRPr>
            </a:lvl7pPr>
            <a:lvl8pPr lvl="7">
              <a:spcBef>
                <a:spcPts val="0"/>
              </a:spcBef>
              <a:spcAft>
                <a:spcPts val="0"/>
              </a:spcAft>
              <a:buClr>
                <a:schemeClr val="lt2"/>
              </a:buClr>
              <a:buSzPts val="1000"/>
              <a:buFont typeface="Nunito Sans"/>
              <a:buNone/>
              <a:defRPr sz="1000">
                <a:solidFill>
                  <a:schemeClr val="lt2"/>
                </a:solidFill>
              </a:defRPr>
            </a:lvl8pPr>
            <a:lvl9pPr lvl="8">
              <a:spcBef>
                <a:spcPts val="0"/>
              </a:spcBef>
              <a:spcAft>
                <a:spcPts val="0"/>
              </a:spcAft>
              <a:buClr>
                <a:schemeClr val="lt2"/>
              </a:buClr>
              <a:buSzPts val="1000"/>
              <a:buFont typeface="Nunito Sans"/>
              <a:buNone/>
              <a:defRPr sz="1000">
                <a:solidFill>
                  <a:schemeClr val="lt2"/>
                </a:solidFill>
              </a:defRPr>
            </a:lvl9pPr>
          </a:lstStyle>
          <a:p/>
        </p:txBody>
      </p:sp>
      <p:sp>
        <p:nvSpPr>
          <p:cNvPr id="334" name="Google Shape;334;p16"/>
          <p:cNvSpPr/>
          <p:nvPr/>
        </p:nvSpPr>
        <p:spPr>
          <a:xfrm>
            <a:off x="8511538" y="466575"/>
            <a:ext cx="434700" cy="4347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cxnSp>
        <p:nvCxnSpPr>
          <p:cNvPr id="335" name="Google Shape;335;p16"/>
          <p:cNvCxnSpPr/>
          <p:nvPr/>
        </p:nvCxnSpPr>
        <p:spPr>
          <a:xfrm>
            <a:off x="8629513" y="683888"/>
            <a:ext cx="198600" cy="0"/>
          </a:xfrm>
          <a:prstGeom prst="straightConnector1">
            <a:avLst/>
          </a:prstGeom>
          <a:noFill/>
          <a:ln cap="flat" cmpd="sng" w="9525">
            <a:solidFill>
              <a:schemeClr val="accent6"/>
            </a:solidFill>
            <a:prstDash val="solid"/>
            <a:round/>
            <a:headEnd len="sm" w="sm" type="none"/>
            <a:tailEnd len="sm" w="sm" type="none"/>
          </a:ln>
        </p:spPr>
      </p:cxnSp>
      <p:sp>
        <p:nvSpPr>
          <p:cNvPr id="336" name="Google Shape;336;p16"/>
          <p:cNvSpPr/>
          <p:nvPr/>
        </p:nvSpPr>
        <p:spPr>
          <a:xfrm>
            <a:off x="8712495" y="589247"/>
            <a:ext cx="115699" cy="189292"/>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nvGrpSpPr>
          <p:cNvPr id="337" name="Google Shape;337;p16"/>
          <p:cNvGrpSpPr/>
          <p:nvPr/>
        </p:nvGrpSpPr>
        <p:grpSpPr>
          <a:xfrm>
            <a:off x="8559750" y="4772568"/>
            <a:ext cx="421198" cy="204679"/>
            <a:chOff x="11850318" y="3789737"/>
            <a:chExt cx="689584" cy="335100"/>
          </a:xfrm>
        </p:grpSpPr>
        <p:sp>
          <p:nvSpPr>
            <p:cNvPr id="338" name="Google Shape;338;p16"/>
            <p:cNvSpPr/>
            <p:nvPr/>
          </p:nvSpPr>
          <p:spPr>
            <a:xfrm>
              <a:off x="11850318" y="3789737"/>
              <a:ext cx="261900" cy="335100"/>
            </a:xfrm>
            <a:prstGeom prst="chevron">
              <a:avLst>
                <a:gd fmla="val 6790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39" name="Google Shape;339;p16"/>
            <p:cNvSpPr/>
            <p:nvPr/>
          </p:nvSpPr>
          <p:spPr>
            <a:xfrm>
              <a:off x="12278002" y="3789737"/>
              <a:ext cx="261900" cy="335100"/>
            </a:xfrm>
            <a:prstGeom prst="chevron">
              <a:avLst>
                <a:gd fmla="val 6790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sp>
          <p:nvSpPr>
            <p:cNvPr id="340" name="Google Shape;340;p16"/>
            <p:cNvSpPr/>
            <p:nvPr/>
          </p:nvSpPr>
          <p:spPr>
            <a:xfrm>
              <a:off x="12075098" y="3789737"/>
              <a:ext cx="261900" cy="335100"/>
            </a:xfrm>
            <a:prstGeom prst="chevron">
              <a:avLst>
                <a:gd fmla="val 6790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SemiBold"/>
                <a:ea typeface="Nunito Sans SemiBold"/>
                <a:cs typeface="Nunito Sans SemiBold"/>
                <a:sym typeface="Nunito Sans SemiBold"/>
              </a:endParaRPr>
            </a:p>
          </p:txBody>
        </p:sp>
      </p:grpSp>
      <p:sp>
        <p:nvSpPr>
          <p:cNvPr id="341" name="Google Shape;341;p16"/>
          <p:cNvSpPr txBox="1"/>
          <p:nvPr>
            <p:ph type="ctrTitle"/>
          </p:nvPr>
        </p:nvSpPr>
        <p:spPr>
          <a:xfrm>
            <a:off x="335400" y="466575"/>
            <a:ext cx="5827500" cy="1291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 Alt 2">
  <p:cSld name="CUSTOM_4_1_1_1_3">
    <p:bg>
      <p:bgPr>
        <a:solidFill>
          <a:schemeClr val="lt2"/>
        </a:solidFill>
      </p:bgPr>
    </p:bg>
    <p:spTree>
      <p:nvGrpSpPr>
        <p:cNvPr id="342" name="Shape 342"/>
        <p:cNvGrpSpPr/>
        <p:nvPr/>
      </p:nvGrpSpPr>
      <p:grpSpPr>
        <a:xfrm>
          <a:off x="0" y="0"/>
          <a:ext cx="0" cy="0"/>
          <a:chOff x="0" y="0"/>
          <a:chExt cx="0" cy="0"/>
        </a:xfrm>
      </p:grpSpPr>
      <p:sp>
        <p:nvSpPr>
          <p:cNvPr id="343" name="Google Shape;343;p17"/>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44" name="Google Shape;344;p17"/>
          <p:cNvSpPr txBox="1"/>
          <p:nvPr>
            <p:ph idx="1"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345" name="Google Shape;345;p17"/>
          <p:cNvSpPr txBox="1"/>
          <p:nvPr>
            <p:ph idx="2" type="subTitle"/>
          </p:nvPr>
        </p:nvSpPr>
        <p:spPr>
          <a:xfrm>
            <a:off x="7835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46" name="Google Shape;346;p17"/>
          <p:cNvSpPr txBox="1"/>
          <p:nvPr>
            <p:ph type="title"/>
          </p:nvPr>
        </p:nvSpPr>
        <p:spPr>
          <a:xfrm>
            <a:off x="7835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47" name="Google Shape;347;p17"/>
          <p:cNvSpPr txBox="1"/>
          <p:nvPr>
            <p:ph idx="3" type="subTitle"/>
          </p:nvPr>
        </p:nvSpPr>
        <p:spPr>
          <a:xfrm>
            <a:off x="7835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48" name="Google Shape;348;p17"/>
          <p:cNvSpPr txBox="1"/>
          <p:nvPr>
            <p:ph idx="4" type="subTitle"/>
          </p:nvPr>
        </p:nvSpPr>
        <p:spPr>
          <a:xfrm>
            <a:off x="2667277"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49" name="Google Shape;349;p17"/>
          <p:cNvSpPr txBox="1"/>
          <p:nvPr>
            <p:ph idx="5" type="title"/>
          </p:nvPr>
        </p:nvSpPr>
        <p:spPr>
          <a:xfrm>
            <a:off x="2667263"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50" name="Google Shape;350;p17"/>
          <p:cNvSpPr txBox="1"/>
          <p:nvPr>
            <p:ph idx="6" type="subTitle"/>
          </p:nvPr>
        </p:nvSpPr>
        <p:spPr>
          <a:xfrm>
            <a:off x="2667275"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51" name="Google Shape;351;p17"/>
          <p:cNvSpPr txBox="1"/>
          <p:nvPr>
            <p:ph idx="7" type="subTitle"/>
          </p:nvPr>
        </p:nvSpPr>
        <p:spPr>
          <a:xfrm>
            <a:off x="4780601" y="28595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352" name="Google Shape;352;p17"/>
          <p:cNvSpPr txBox="1"/>
          <p:nvPr>
            <p:ph idx="8" type="title"/>
          </p:nvPr>
        </p:nvSpPr>
        <p:spPr>
          <a:xfrm>
            <a:off x="4780588"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353" name="Google Shape;353;p17"/>
          <p:cNvSpPr txBox="1"/>
          <p:nvPr>
            <p:ph idx="9" type="subTitle"/>
          </p:nvPr>
        </p:nvSpPr>
        <p:spPr>
          <a:xfrm>
            <a:off x="478060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354" name="Google Shape;354;p17"/>
          <p:cNvSpPr txBox="1"/>
          <p:nvPr>
            <p:ph idx="13" type="subTitle"/>
          </p:nvPr>
        </p:nvSpPr>
        <p:spPr>
          <a:xfrm>
            <a:off x="68932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55" name="Google Shape;355;p17"/>
          <p:cNvSpPr txBox="1"/>
          <p:nvPr>
            <p:ph idx="14" type="title"/>
          </p:nvPr>
        </p:nvSpPr>
        <p:spPr>
          <a:xfrm>
            <a:off x="68932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56" name="Google Shape;356;p17"/>
          <p:cNvSpPr txBox="1"/>
          <p:nvPr>
            <p:ph idx="15" type="subTitle"/>
          </p:nvPr>
        </p:nvSpPr>
        <p:spPr>
          <a:xfrm>
            <a:off x="68932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57" name="Google Shape;357;p17"/>
          <p:cNvSpPr txBox="1"/>
          <p:nvPr>
            <p:ph idx="16" type="ctrTitle"/>
          </p:nvPr>
        </p:nvSpPr>
        <p:spPr>
          <a:xfrm>
            <a:off x="335400" y="466575"/>
            <a:ext cx="4267500" cy="724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358" name="Google Shape;358;p17"/>
          <p:cNvGrpSpPr/>
          <p:nvPr/>
        </p:nvGrpSpPr>
        <p:grpSpPr>
          <a:xfrm>
            <a:off x="8867176" y="97091"/>
            <a:ext cx="158272" cy="138318"/>
            <a:chOff x="8834250" y="614850"/>
            <a:chExt cx="221700" cy="193750"/>
          </a:xfrm>
        </p:grpSpPr>
        <p:cxnSp>
          <p:nvCxnSpPr>
            <p:cNvPr id="359" name="Google Shape;359;p17"/>
            <p:cNvCxnSpPr/>
            <p:nvPr/>
          </p:nvCxnSpPr>
          <p:spPr>
            <a:xfrm>
              <a:off x="8834250" y="614850"/>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360" name="Google Shape;360;p17"/>
            <p:cNvCxnSpPr/>
            <p:nvPr/>
          </p:nvCxnSpPr>
          <p:spPr>
            <a:xfrm>
              <a:off x="8834250" y="711725"/>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361" name="Google Shape;361;p17"/>
            <p:cNvCxnSpPr/>
            <p:nvPr/>
          </p:nvCxnSpPr>
          <p:spPr>
            <a:xfrm>
              <a:off x="8834250" y="808600"/>
              <a:ext cx="221700" cy="0"/>
            </a:xfrm>
            <a:prstGeom prst="straightConnector1">
              <a:avLst/>
            </a:prstGeom>
            <a:noFill/>
            <a:ln cap="flat" cmpd="sng" w="19050">
              <a:solidFill>
                <a:schemeClr val="accent6"/>
              </a:solidFill>
              <a:prstDash val="solid"/>
              <a:round/>
              <a:headEnd len="sm" w="sm" type="none"/>
              <a:tailEnd len="sm" w="sm"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 Alt 1">
  <p:cSld name="CUSTOM_4_1_1_1">
    <p:bg>
      <p:bgPr>
        <a:solidFill>
          <a:schemeClr val="dk1"/>
        </a:solidFill>
      </p:bgPr>
    </p:bg>
    <p:spTree>
      <p:nvGrpSpPr>
        <p:cNvPr id="362" name="Shape 362"/>
        <p:cNvGrpSpPr/>
        <p:nvPr/>
      </p:nvGrpSpPr>
      <p:grpSpPr>
        <a:xfrm>
          <a:off x="0" y="0"/>
          <a:ext cx="0" cy="0"/>
          <a:chOff x="0" y="0"/>
          <a:chExt cx="0" cy="0"/>
        </a:xfrm>
      </p:grpSpPr>
      <p:sp>
        <p:nvSpPr>
          <p:cNvPr id="363" name="Google Shape;363;p18"/>
          <p:cNvSpPr txBox="1"/>
          <p:nvPr>
            <p:ph idx="1"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364" name="Google Shape;364;p18"/>
          <p:cNvSpPr txBox="1"/>
          <p:nvPr>
            <p:ph idx="2" type="subTitle"/>
          </p:nvPr>
        </p:nvSpPr>
        <p:spPr>
          <a:xfrm>
            <a:off x="7835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65" name="Google Shape;365;p18"/>
          <p:cNvSpPr txBox="1"/>
          <p:nvPr>
            <p:ph type="title"/>
          </p:nvPr>
        </p:nvSpPr>
        <p:spPr>
          <a:xfrm>
            <a:off x="7835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66" name="Google Shape;366;p18"/>
          <p:cNvSpPr txBox="1"/>
          <p:nvPr>
            <p:ph idx="3" type="subTitle"/>
          </p:nvPr>
        </p:nvSpPr>
        <p:spPr>
          <a:xfrm>
            <a:off x="7835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67" name="Google Shape;367;p18"/>
          <p:cNvSpPr txBox="1"/>
          <p:nvPr>
            <p:ph idx="4" type="subTitle"/>
          </p:nvPr>
        </p:nvSpPr>
        <p:spPr>
          <a:xfrm>
            <a:off x="2667277"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68" name="Google Shape;368;p18"/>
          <p:cNvSpPr txBox="1"/>
          <p:nvPr>
            <p:ph idx="5" type="title"/>
          </p:nvPr>
        </p:nvSpPr>
        <p:spPr>
          <a:xfrm>
            <a:off x="2667263"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69" name="Google Shape;369;p18"/>
          <p:cNvSpPr txBox="1"/>
          <p:nvPr>
            <p:ph idx="6" type="subTitle"/>
          </p:nvPr>
        </p:nvSpPr>
        <p:spPr>
          <a:xfrm>
            <a:off x="2667275"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70" name="Google Shape;370;p18"/>
          <p:cNvSpPr txBox="1"/>
          <p:nvPr>
            <p:ph idx="7" type="subTitle"/>
          </p:nvPr>
        </p:nvSpPr>
        <p:spPr>
          <a:xfrm>
            <a:off x="4780601" y="28595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2pPr>
            <a:lvl3pPr lvl="2">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3pPr>
            <a:lvl4pPr lvl="3">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4pPr>
            <a:lvl5pPr lvl="4">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5pPr>
            <a:lvl6pPr lvl="5">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6pPr>
            <a:lvl7pPr lvl="6">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7pPr>
            <a:lvl8pPr lvl="7">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8pPr>
            <a:lvl9pPr lvl="8">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9pPr>
          </a:lstStyle>
          <a:p/>
        </p:txBody>
      </p:sp>
      <p:sp>
        <p:nvSpPr>
          <p:cNvPr id="371" name="Google Shape;371;p18"/>
          <p:cNvSpPr txBox="1"/>
          <p:nvPr>
            <p:ph idx="8" type="title"/>
          </p:nvPr>
        </p:nvSpPr>
        <p:spPr>
          <a:xfrm>
            <a:off x="4780588"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2pPr>
            <a:lvl3pPr lvl="2">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3pPr>
            <a:lvl4pPr lvl="3">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4pPr>
            <a:lvl5pPr lvl="4">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5pPr>
            <a:lvl6pPr lvl="5">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6pPr>
            <a:lvl7pPr lvl="6">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7pPr>
            <a:lvl8pPr lvl="7">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8pPr>
            <a:lvl9pPr lvl="8">
              <a:spcBef>
                <a:spcPts val="0"/>
              </a:spcBef>
              <a:spcAft>
                <a:spcPts val="0"/>
              </a:spcAft>
              <a:buClr>
                <a:schemeClr val="lt1"/>
              </a:buClr>
              <a:buSzPts val="3600"/>
              <a:buFont typeface="Tomorrow Light"/>
              <a:buNone/>
              <a:defRPr sz="3600">
                <a:solidFill>
                  <a:schemeClr val="lt1"/>
                </a:solidFill>
                <a:latin typeface="Tomorrow Light"/>
                <a:ea typeface="Tomorrow Light"/>
                <a:cs typeface="Tomorrow Light"/>
                <a:sym typeface="Tomorrow Light"/>
              </a:defRPr>
            </a:lvl9pPr>
          </a:lstStyle>
          <a:p/>
        </p:txBody>
      </p:sp>
      <p:sp>
        <p:nvSpPr>
          <p:cNvPr id="372" name="Google Shape;372;p18"/>
          <p:cNvSpPr txBox="1"/>
          <p:nvPr>
            <p:ph idx="9" type="subTitle"/>
          </p:nvPr>
        </p:nvSpPr>
        <p:spPr>
          <a:xfrm>
            <a:off x="478060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200"/>
              <a:buFont typeface="Nunito Sans"/>
              <a:buNone/>
              <a:defRPr b="1" sz="1200">
                <a:solidFill>
                  <a:schemeClr val="lt1"/>
                </a:solidFill>
              </a:defRPr>
            </a:lvl1pPr>
            <a:lvl2pPr lvl="1">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000"/>
              <a:buFont typeface="Nunito Sans ExtraLight"/>
              <a:buNone/>
              <a:defRPr sz="1000">
                <a:solidFill>
                  <a:schemeClr val="lt1"/>
                </a:solidFill>
                <a:latin typeface="Nunito Sans ExtraLight"/>
                <a:ea typeface="Nunito Sans ExtraLight"/>
                <a:cs typeface="Nunito Sans ExtraLight"/>
                <a:sym typeface="Nunito Sans ExtraLight"/>
              </a:defRPr>
            </a:lvl9pPr>
          </a:lstStyle>
          <a:p/>
        </p:txBody>
      </p:sp>
      <p:sp>
        <p:nvSpPr>
          <p:cNvPr id="373" name="Google Shape;373;p18"/>
          <p:cNvSpPr txBox="1"/>
          <p:nvPr>
            <p:ph idx="13" type="subTitle"/>
          </p:nvPr>
        </p:nvSpPr>
        <p:spPr>
          <a:xfrm>
            <a:off x="6893250" y="286640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374" name="Google Shape;374;p18"/>
          <p:cNvSpPr txBox="1"/>
          <p:nvPr>
            <p:ph idx="14" type="title"/>
          </p:nvPr>
        </p:nvSpPr>
        <p:spPr>
          <a:xfrm>
            <a:off x="6893250" y="190700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1pPr>
            <a:lvl2pPr lvl="1">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2pPr>
            <a:lvl3pPr lvl="2">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3pPr>
            <a:lvl4pPr lvl="3">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4pPr>
            <a:lvl5pPr lvl="4">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5pPr>
            <a:lvl6pPr lvl="5">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6pPr>
            <a:lvl7pPr lvl="6">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7pPr>
            <a:lvl8pPr lvl="7">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8pPr>
            <a:lvl9pPr lvl="8">
              <a:spcBef>
                <a:spcPts val="0"/>
              </a:spcBef>
              <a:spcAft>
                <a:spcPts val="0"/>
              </a:spcAft>
              <a:buClr>
                <a:schemeClr val="dk2"/>
              </a:buClr>
              <a:buSzPts val="3600"/>
              <a:buFont typeface="Tomorrow Light"/>
              <a:buNone/>
              <a:defRPr sz="3600">
                <a:solidFill>
                  <a:schemeClr val="dk2"/>
                </a:solidFill>
                <a:latin typeface="Tomorrow Light"/>
                <a:ea typeface="Tomorrow Light"/>
                <a:cs typeface="Tomorrow Light"/>
                <a:sym typeface="Tomorrow Light"/>
              </a:defRPr>
            </a:lvl9pPr>
          </a:lstStyle>
          <a:p/>
        </p:txBody>
      </p:sp>
      <p:sp>
        <p:nvSpPr>
          <p:cNvPr id="375" name="Google Shape;375;p18"/>
          <p:cNvSpPr txBox="1"/>
          <p:nvPr>
            <p:ph idx="15" type="subTitle"/>
          </p:nvPr>
        </p:nvSpPr>
        <p:spPr>
          <a:xfrm>
            <a:off x="6893250" y="2541975"/>
            <a:ext cx="1666200" cy="282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SzPts val="1200"/>
              <a:buFont typeface="Nunito Sans"/>
              <a:buNone/>
              <a:defRPr b="1" sz="1200"/>
            </a:lvl1pPr>
            <a:lvl2pPr lvl="1">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2pPr>
            <a:lvl3pPr lvl="2">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3pPr>
            <a:lvl4pPr lvl="3">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4pPr>
            <a:lvl5pPr lvl="4">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5pPr>
            <a:lvl6pPr lvl="5">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6pPr>
            <a:lvl7pPr lvl="6">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7pPr>
            <a:lvl8pPr lvl="7">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8pPr>
            <a:lvl9pPr lvl="8">
              <a:lnSpc>
                <a:spcPct val="100000"/>
              </a:lnSpc>
              <a:spcBef>
                <a:spcPts val="0"/>
              </a:spcBef>
              <a:spcAft>
                <a:spcPts val="0"/>
              </a:spcAft>
              <a:buSzPts val="1000"/>
              <a:buFont typeface="Nunito Sans ExtraLight"/>
              <a:buNone/>
              <a:defRPr sz="1000">
                <a:latin typeface="Nunito Sans ExtraLight"/>
                <a:ea typeface="Nunito Sans ExtraLight"/>
                <a:cs typeface="Nunito Sans ExtraLight"/>
                <a:sym typeface="Nunito Sans ExtraLight"/>
              </a:defRPr>
            </a:lvl9pPr>
          </a:lstStyle>
          <a:p/>
        </p:txBody>
      </p:sp>
      <p:sp>
        <p:nvSpPr>
          <p:cNvPr id="376" name="Google Shape;376;p18"/>
          <p:cNvSpPr txBox="1"/>
          <p:nvPr>
            <p:ph idx="16" type="ctrTitle"/>
          </p:nvPr>
        </p:nvSpPr>
        <p:spPr>
          <a:xfrm>
            <a:off x="335400" y="466575"/>
            <a:ext cx="4267500" cy="72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cxnSp>
        <p:nvCxnSpPr>
          <p:cNvPr id="377" name="Google Shape;377;p18"/>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nvGrpSpPr>
          <p:cNvPr id="378" name="Google Shape;378;p18"/>
          <p:cNvGrpSpPr/>
          <p:nvPr/>
        </p:nvGrpSpPr>
        <p:grpSpPr>
          <a:xfrm>
            <a:off x="8867176" y="97091"/>
            <a:ext cx="158272" cy="138318"/>
            <a:chOff x="8834250" y="614850"/>
            <a:chExt cx="221700" cy="193750"/>
          </a:xfrm>
        </p:grpSpPr>
        <p:cxnSp>
          <p:nvCxnSpPr>
            <p:cNvPr id="379" name="Google Shape;379;p18"/>
            <p:cNvCxnSpPr/>
            <p:nvPr/>
          </p:nvCxnSpPr>
          <p:spPr>
            <a:xfrm>
              <a:off x="8834250" y="614850"/>
              <a:ext cx="221700" cy="0"/>
            </a:xfrm>
            <a:prstGeom prst="straightConnector1">
              <a:avLst/>
            </a:prstGeom>
            <a:noFill/>
            <a:ln cap="flat" cmpd="sng" w="19050">
              <a:solidFill>
                <a:schemeClr val="dk2"/>
              </a:solidFill>
              <a:prstDash val="solid"/>
              <a:round/>
              <a:headEnd len="sm" w="sm" type="none"/>
              <a:tailEnd len="sm" w="sm" type="none"/>
            </a:ln>
          </p:spPr>
        </p:cxnSp>
        <p:cxnSp>
          <p:nvCxnSpPr>
            <p:cNvPr id="380" name="Google Shape;380;p18"/>
            <p:cNvCxnSpPr/>
            <p:nvPr/>
          </p:nvCxnSpPr>
          <p:spPr>
            <a:xfrm>
              <a:off x="8834250" y="711725"/>
              <a:ext cx="221700" cy="0"/>
            </a:xfrm>
            <a:prstGeom prst="straightConnector1">
              <a:avLst/>
            </a:prstGeom>
            <a:noFill/>
            <a:ln cap="flat" cmpd="sng" w="19050">
              <a:solidFill>
                <a:schemeClr val="dk2"/>
              </a:solidFill>
              <a:prstDash val="solid"/>
              <a:round/>
              <a:headEnd len="sm" w="sm" type="none"/>
              <a:tailEnd len="sm" w="sm" type="none"/>
            </a:ln>
          </p:spPr>
        </p:cxnSp>
        <p:cxnSp>
          <p:nvCxnSpPr>
            <p:cNvPr id="381" name="Google Shape;381;p18"/>
            <p:cNvCxnSpPr/>
            <p:nvPr/>
          </p:nvCxnSpPr>
          <p:spPr>
            <a:xfrm>
              <a:off x="8834250" y="808600"/>
              <a:ext cx="221700" cy="0"/>
            </a:xfrm>
            <a:prstGeom prst="straightConnector1">
              <a:avLst/>
            </a:prstGeom>
            <a:noFill/>
            <a:ln cap="flat" cmpd="sng" w="19050">
              <a:solidFill>
                <a:schemeClr val="dk2"/>
              </a:solidFill>
              <a:prstDash val="solid"/>
              <a:round/>
              <a:headEnd len="sm" w="sm" type="none"/>
              <a:tailEnd len="sm" w="sm"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CUSTOM_7">
    <p:bg>
      <p:bgPr>
        <a:solidFill>
          <a:schemeClr val="dk1"/>
        </a:solidFill>
      </p:bgPr>
    </p:bg>
    <p:spTree>
      <p:nvGrpSpPr>
        <p:cNvPr id="382" name="Shape 382"/>
        <p:cNvGrpSpPr/>
        <p:nvPr/>
      </p:nvGrpSpPr>
      <p:grpSpPr>
        <a:xfrm>
          <a:off x="0" y="0"/>
          <a:ext cx="0" cy="0"/>
          <a:chOff x="0" y="0"/>
          <a:chExt cx="0" cy="0"/>
        </a:xfrm>
      </p:grpSpPr>
      <p:sp>
        <p:nvSpPr>
          <p:cNvPr id="383" name="Google Shape;383;p19"/>
          <p:cNvSpPr/>
          <p:nvPr>
            <p:ph idx="2" type="pic"/>
          </p:nvPr>
        </p:nvSpPr>
        <p:spPr>
          <a:xfrm>
            <a:off x="-8275" y="327473"/>
            <a:ext cx="9156900" cy="1074000"/>
          </a:xfrm>
          <a:prstGeom prst="rect">
            <a:avLst/>
          </a:prstGeom>
          <a:noFill/>
          <a:ln>
            <a:noFill/>
          </a:ln>
        </p:spPr>
      </p:sp>
      <p:sp>
        <p:nvSpPr>
          <p:cNvPr id="384" name="Google Shape;384;p19"/>
          <p:cNvSpPr txBox="1"/>
          <p:nvPr>
            <p:ph type="ctrTitle"/>
          </p:nvPr>
        </p:nvSpPr>
        <p:spPr>
          <a:xfrm>
            <a:off x="348550" y="3716550"/>
            <a:ext cx="8601300" cy="12141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2"/>
              </a:buClr>
              <a:buSzPts val="7500"/>
              <a:buFont typeface="Tomorrow Light"/>
              <a:buNone/>
              <a:defRPr sz="7500">
                <a:solidFill>
                  <a:schemeClr val="accent2"/>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grpSp>
        <p:nvGrpSpPr>
          <p:cNvPr id="385" name="Google Shape;385;p19"/>
          <p:cNvGrpSpPr/>
          <p:nvPr/>
        </p:nvGrpSpPr>
        <p:grpSpPr>
          <a:xfrm>
            <a:off x="-125" y="905150"/>
            <a:ext cx="9144000" cy="1059450"/>
            <a:chOff x="-125" y="905150"/>
            <a:chExt cx="9144000" cy="1059450"/>
          </a:xfrm>
        </p:grpSpPr>
        <p:sp>
          <p:nvSpPr>
            <p:cNvPr id="386" name="Google Shape;386;p19"/>
            <p:cNvSpPr/>
            <p:nvPr/>
          </p:nvSpPr>
          <p:spPr>
            <a:xfrm>
              <a:off x="7560775" y="948500"/>
              <a:ext cx="1583100" cy="101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87" name="Google Shape;387;p19"/>
            <p:cNvSpPr/>
            <p:nvPr/>
          </p:nvSpPr>
          <p:spPr>
            <a:xfrm rot="-5400000">
              <a:off x="6753478" y="1032550"/>
              <a:ext cx="885000" cy="729600"/>
            </a:xfrm>
            <a:prstGeom prst="rtTriangl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88" name="Google Shape;388;p19"/>
            <p:cNvSpPr/>
            <p:nvPr/>
          </p:nvSpPr>
          <p:spPr>
            <a:xfrm>
              <a:off x="-125" y="905150"/>
              <a:ext cx="765000" cy="6183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389" name="Google Shape;389;p19"/>
          <p:cNvSpPr txBox="1"/>
          <p:nvPr>
            <p:ph idx="1" type="subTitle"/>
          </p:nvPr>
        </p:nvSpPr>
        <p:spPr>
          <a:xfrm>
            <a:off x="3745100" y="24544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2400"/>
              <a:buFont typeface="Nunito Sans"/>
              <a:buNone/>
              <a:defRPr sz="2400">
                <a:solidFill>
                  <a:schemeClr val="lt1"/>
                </a:solidFill>
              </a:defRPr>
            </a:lvl2pPr>
            <a:lvl3pPr lvl="2">
              <a:spcBef>
                <a:spcPts val="0"/>
              </a:spcBef>
              <a:spcAft>
                <a:spcPts val="0"/>
              </a:spcAft>
              <a:buClr>
                <a:schemeClr val="lt1"/>
              </a:buClr>
              <a:buSzPts val="2400"/>
              <a:buFont typeface="Nunito Sans"/>
              <a:buNone/>
              <a:defRPr sz="2400">
                <a:solidFill>
                  <a:schemeClr val="lt1"/>
                </a:solidFill>
              </a:defRPr>
            </a:lvl3pPr>
            <a:lvl4pPr lvl="3">
              <a:spcBef>
                <a:spcPts val="0"/>
              </a:spcBef>
              <a:spcAft>
                <a:spcPts val="0"/>
              </a:spcAft>
              <a:buClr>
                <a:schemeClr val="lt1"/>
              </a:buClr>
              <a:buSzPts val="2400"/>
              <a:buFont typeface="Nunito Sans"/>
              <a:buNone/>
              <a:defRPr sz="2400">
                <a:solidFill>
                  <a:schemeClr val="lt1"/>
                </a:solidFill>
              </a:defRPr>
            </a:lvl4pPr>
            <a:lvl5pPr lvl="4">
              <a:spcBef>
                <a:spcPts val="0"/>
              </a:spcBef>
              <a:spcAft>
                <a:spcPts val="0"/>
              </a:spcAft>
              <a:buClr>
                <a:schemeClr val="lt1"/>
              </a:buClr>
              <a:buSzPts val="2400"/>
              <a:buFont typeface="Nunito Sans"/>
              <a:buNone/>
              <a:defRPr sz="2400">
                <a:solidFill>
                  <a:schemeClr val="lt1"/>
                </a:solidFill>
              </a:defRPr>
            </a:lvl5pPr>
            <a:lvl6pPr lvl="5">
              <a:spcBef>
                <a:spcPts val="0"/>
              </a:spcBef>
              <a:spcAft>
                <a:spcPts val="0"/>
              </a:spcAft>
              <a:buClr>
                <a:schemeClr val="lt1"/>
              </a:buClr>
              <a:buSzPts val="2400"/>
              <a:buFont typeface="Nunito Sans"/>
              <a:buNone/>
              <a:defRPr sz="2400">
                <a:solidFill>
                  <a:schemeClr val="lt1"/>
                </a:solidFill>
              </a:defRPr>
            </a:lvl6pPr>
            <a:lvl7pPr lvl="6">
              <a:spcBef>
                <a:spcPts val="0"/>
              </a:spcBef>
              <a:spcAft>
                <a:spcPts val="0"/>
              </a:spcAft>
              <a:buClr>
                <a:schemeClr val="lt1"/>
              </a:buClr>
              <a:buSzPts val="2400"/>
              <a:buFont typeface="Nunito Sans"/>
              <a:buNone/>
              <a:defRPr sz="2400">
                <a:solidFill>
                  <a:schemeClr val="lt1"/>
                </a:solidFill>
              </a:defRPr>
            </a:lvl7pPr>
            <a:lvl8pPr lvl="7">
              <a:spcBef>
                <a:spcPts val="0"/>
              </a:spcBef>
              <a:spcAft>
                <a:spcPts val="0"/>
              </a:spcAft>
              <a:buClr>
                <a:schemeClr val="lt1"/>
              </a:buClr>
              <a:buSzPts val="2400"/>
              <a:buFont typeface="Nunito Sans"/>
              <a:buNone/>
              <a:defRPr sz="2400">
                <a:solidFill>
                  <a:schemeClr val="lt1"/>
                </a:solidFill>
              </a:defRPr>
            </a:lvl8pPr>
            <a:lvl9pPr lvl="8">
              <a:spcBef>
                <a:spcPts val="0"/>
              </a:spcBef>
              <a:spcAft>
                <a:spcPts val="0"/>
              </a:spcAft>
              <a:buClr>
                <a:schemeClr val="lt1"/>
              </a:buClr>
              <a:buSzPts val="2400"/>
              <a:buFont typeface="Nunito Sans"/>
              <a:buNone/>
              <a:defRPr sz="2400">
                <a:solidFill>
                  <a:schemeClr val="lt1"/>
                </a:solidFill>
              </a:defRPr>
            </a:lvl9pPr>
          </a:lstStyle>
          <a:p/>
        </p:txBody>
      </p:sp>
      <p:sp>
        <p:nvSpPr>
          <p:cNvPr id="390" name="Google Shape;390;p19"/>
          <p:cNvSpPr txBox="1"/>
          <p:nvPr>
            <p:ph idx="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391" name="Google Shape;391;p19"/>
          <p:cNvSpPr txBox="1"/>
          <p:nvPr>
            <p:ph idx="4" type="subTitle"/>
          </p:nvPr>
        </p:nvSpPr>
        <p:spPr>
          <a:xfrm>
            <a:off x="5807000" y="24544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000"/>
              <a:buFont typeface="Nunito Sans"/>
              <a:buNone/>
              <a:defRPr sz="1000">
                <a:solidFill>
                  <a:schemeClr val="lt1"/>
                </a:solidFill>
              </a:defRPr>
            </a:lvl1pPr>
            <a:lvl2pPr lvl="1">
              <a:spcBef>
                <a:spcPts val="0"/>
              </a:spcBef>
              <a:spcAft>
                <a:spcPts val="0"/>
              </a:spcAft>
              <a:buClr>
                <a:schemeClr val="lt1"/>
              </a:buClr>
              <a:buSzPts val="2400"/>
              <a:buFont typeface="Nunito Sans"/>
              <a:buNone/>
              <a:defRPr sz="2400">
                <a:solidFill>
                  <a:schemeClr val="lt1"/>
                </a:solidFill>
              </a:defRPr>
            </a:lvl2pPr>
            <a:lvl3pPr lvl="2">
              <a:spcBef>
                <a:spcPts val="0"/>
              </a:spcBef>
              <a:spcAft>
                <a:spcPts val="0"/>
              </a:spcAft>
              <a:buClr>
                <a:schemeClr val="lt1"/>
              </a:buClr>
              <a:buSzPts val="2400"/>
              <a:buFont typeface="Nunito Sans"/>
              <a:buNone/>
              <a:defRPr sz="2400">
                <a:solidFill>
                  <a:schemeClr val="lt1"/>
                </a:solidFill>
              </a:defRPr>
            </a:lvl3pPr>
            <a:lvl4pPr lvl="3">
              <a:spcBef>
                <a:spcPts val="0"/>
              </a:spcBef>
              <a:spcAft>
                <a:spcPts val="0"/>
              </a:spcAft>
              <a:buClr>
                <a:schemeClr val="lt1"/>
              </a:buClr>
              <a:buSzPts val="2400"/>
              <a:buFont typeface="Nunito Sans"/>
              <a:buNone/>
              <a:defRPr sz="2400">
                <a:solidFill>
                  <a:schemeClr val="lt1"/>
                </a:solidFill>
              </a:defRPr>
            </a:lvl4pPr>
            <a:lvl5pPr lvl="4">
              <a:spcBef>
                <a:spcPts val="0"/>
              </a:spcBef>
              <a:spcAft>
                <a:spcPts val="0"/>
              </a:spcAft>
              <a:buClr>
                <a:schemeClr val="lt1"/>
              </a:buClr>
              <a:buSzPts val="2400"/>
              <a:buFont typeface="Nunito Sans"/>
              <a:buNone/>
              <a:defRPr sz="2400">
                <a:solidFill>
                  <a:schemeClr val="lt1"/>
                </a:solidFill>
              </a:defRPr>
            </a:lvl5pPr>
            <a:lvl6pPr lvl="5">
              <a:spcBef>
                <a:spcPts val="0"/>
              </a:spcBef>
              <a:spcAft>
                <a:spcPts val="0"/>
              </a:spcAft>
              <a:buClr>
                <a:schemeClr val="lt1"/>
              </a:buClr>
              <a:buSzPts val="2400"/>
              <a:buFont typeface="Nunito Sans"/>
              <a:buNone/>
              <a:defRPr sz="2400">
                <a:solidFill>
                  <a:schemeClr val="lt1"/>
                </a:solidFill>
              </a:defRPr>
            </a:lvl6pPr>
            <a:lvl7pPr lvl="6">
              <a:spcBef>
                <a:spcPts val="0"/>
              </a:spcBef>
              <a:spcAft>
                <a:spcPts val="0"/>
              </a:spcAft>
              <a:buClr>
                <a:schemeClr val="lt1"/>
              </a:buClr>
              <a:buSzPts val="2400"/>
              <a:buFont typeface="Nunito Sans"/>
              <a:buNone/>
              <a:defRPr sz="2400">
                <a:solidFill>
                  <a:schemeClr val="lt1"/>
                </a:solidFill>
              </a:defRPr>
            </a:lvl7pPr>
            <a:lvl8pPr lvl="7">
              <a:spcBef>
                <a:spcPts val="0"/>
              </a:spcBef>
              <a:spcAft>
                <a:spcPts val="0"/>
              </a:spcAft>
              <a:buClr>
                <a:schemeClr val="lt1"/>
              </a:buClr>
              <a:buSzPts val="2400"/>
              <a:buFont typeface="Nunito Sans"/>
              <a:buNone/>
              <a:defRPr sz="2400">
                <a:solidFill>
                  <a:schemeClr val="lt1"/>
                </a:solidFill>
              </a:defRPr>
            </a:lvl8pPr>
            <a:lvl9pPr lvl="8">
              <a:spcBef>
                <a:spcPts val="0"/>
              </a:spcBef>
              <a:spcAft>
                <a:spcPts val="0"/>
              </a:spcAft>
              <a:buClr>
                <a:schemeClr val="lt1"/>
              </a:buClr>
              <a:buSzPts val="2400"/>
              <a:buFont typeface="Nunito Sans"/>
              <a:buNone/>
              <a:defRPr sz="2400">
                <a:solidFill>
                  <a:schemeClr val="lt1"/>
                </a:solidFill>
              </a:defRPr>
            </a:lvl9pPr>
          </a:lstStyle>
          <a:p/>
        </p:txBody>
      </p:sp>
      <p:sp>
        <p:nvSpPr>
          <p:cNvPr id="392" name="Google Shape;392;p19"/>
          <p:cNvSpPr txBox="1"/>
          <p:nvPr>
            <p:ph idx="5" type="subTitle"/>
          </p:nvPr>
        </p:nvSpPr>
        <p:spPr>
          <a:xfrm>
            <a:off x="335050" y="1836125"/>
            <a:ext cx="2997900" cy="18183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lt1"/>
              </a:buClr>
              <a:buSzPts val="1400"/>
              <a:buFont typeface="Nunito Sans"/>
              <a:buNone/>
              <a:defRPr sz="1400">
                <a:solidFill>
                  <a:schemeClr val="lt1"/>
                </a:solidFill>
              </a:defRPr>
            </a:lvl1pPr>
            <a:lvl2pPr lvl="1">
              <a:spcBef>
                <a:spcPts val="0"/>
              </a:spcBef>
              <a:spcAft>
                <a:spcPts val="0"/>
              </a:spcAft>
              <a:buClr>
                <a:schemeClr val="lt1"/>
              </a:buClr>
              <a:buSzPts val="1400"/>
              <a:buFont typeface="Nunito Sans"/>
              <a:buNone/>
              <a:defRPr>
                <a:solidFill>
                  <a:schemeClr val="lt1"/>
                </a:solidFill>
              </a:defRPr>
            </a:lvl2pPr>
            <a:lvl3pPr lvl="2">
              <a:spcBef>
                <a:spcPts val="0"/>
              </a:spcBef>
              <a:spcAft>
                <a:spcPts val="0"/>
              </a:spcAft>
              <a:buClr>
                <a:schemeClr val="lt1"/>
              </a:buClr>
              <a:buSzPts val="1400"/>
              <a:buFont typeface="Nunito Sans"/>
              <a:buNone/>
              <a:defRPr>
                <a:solidFill>
                  <a:schemeClr val="lt1"/>
                </a:solidFill>
              </a:defRPr>
            </a:lvl3pPr>
            <a:lvl4pPr lvl="3">
              <a:spcBef>
                <a:spcPts val="0"/>
              </a:spcBef>
              <a:spcAft>
                <a:spcPts val="0"/>
              </a:spcAft>
              <a:buClr>
                <a:schemeClr val="lt1"/>
              </a:buClr>
              <a:buSzPts val="1400"/>
              <a:buFont typeface="Nunito Sans"/>
              <a:buNone/>
              <a:defRPr>
                <a:solidFill>
                  <a:schemeClr val="lt1"/>
                </a:solidFill>
              </a:defRPr>
            </a:lvl4pPr>
            <a:lvl5pPr lvl="4">
              <a:spcBef>
                <a:spcPts val="0"/>
              </a:spcBef>
              <a:spcAft>
                <a:spcPts val="0"/>
              </a:spcAft>
              <a:buClr>
                <a:schemeClr val="lt1"/>
              </a:buClr>
              <a:buSzPts val="1400"/>
              <a:buFont typeface="Nunito Sans"/>
              <a:buNone/>
              <a:defRPr>
                <a:solidFill>
                  <a:schemeClr val="lt1"/>
                </a:solidFill>
              </a:defRPr>
            </a:lvl5pPr>
            <a:lvl6pPr lvl="5">
              <a:spcBef>
                <a:spcPts val="0"/>
              </a:spcBef>
              <a:spcAft>
                <a:spcPts val="0"/>
              </a:spcAft>
              <a:buClr>
                <a:schemeClr val="lt1"/>
              </a:buClr>
              <a:buSzPts val="1400"/>
              <a:buFont typeface="Nunito Sans"/>
              <a:buNone/>
              <a:defRPr>
                <a:solidFill>
                  <a:schemeClr val="lt1"/>
                </a:solidFill>
              </a:defRPr>
            </a:lvl6pPr>
            <a:lvl7pPr lvl="6">
              <a:spcBef>
                <a:spcPts val="0"/>
              </a:spcBef>
              <a:spcAft>
                <a:spcPts val="0"/>
              </a:spcAft>
              <a:buClr>
                <a:schemeClr val="lt1"/>
              </a:buClr>
              <a:buSzPts val="1400"/>
              <a:buFont typeface="Nunito Sans"/>
              <a:buNone/>
              <a:defRPr>
                <a:solidFill>
                  <a:schemeClr val="lt1"/>
                </a:solidFill>
              </a:defRPr>
            </a:lvl7pPr>
            <a:lvl8pPr lvl="7">
              <a:spcBef>
                <a:spcPts val="0"/>
              </a:spcBef>
              <a:spcAft>
                <a:spcPts val="0"/>
              </a:spcAft>
              <a:buClr>
                <a:schemeClr val="lt1"/>
              </a:buClr>
              <a:buSzPts val="1400"/>
              <a:buFont typeface="Nunito Sans"/>
              <a:buNone/>
              <a:defRPr>
                <a:solidFill>
                  <a:schemeClr val="lt1"/>
                </a:solidFill>
              </a:defRPr>
            </a:lvl8pPr>
            <a:lvl9pPr lvl="8">
              <a:spcBef>
                <a:spcPts val="0"/>
              </a:spcBef>
              <a:spcAft>
                <a:spcPts val="0"/>
              </a:spcAft>
              <a:buClr>
                <a:schemeClr val="lt1"/>
              </a:buClr>
              <a:buSzPts val="1400"/>
              <a:buFont typeface="Nunito Sans"/>
              <a:buNone/>
              <a:defRPr>
                <a:solidFill>
                  <a:schemeClr val="lt1"/>
                </a:solidFill>
              </a:defRPr>
            </a:lvl9pPr>
          </a:lstStyle>
          <a:p/>
        </p:txBody>
      </p:sp>
      <p:grpSp>
        <p:nvGrpSpPr>
          <p:cNvPr id="393" name="Google Shape;393;p19"/>
          <p:cNvGrpSpPr/>
          <p:nvPr/>
        </p:nvGrpSpPr>
        <p:grpSpPr>
          <a:xfrm>
            <a:off x="7750261" y="1274228"/>
            <a:ext cx="122400" cy="116553"/>
            <a:chOff x="3572661" y="1653028"/>
            <a:chExt cx="122400" cy="116553"/>
          </a:xfrm>
        </p:grpSpPr>
        <p:cxnSp>
          <p:nvCxnSpPr>
            <p:cNvPr id="394" name="Google Shape;394;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395" name="Google Shape;395;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grpSp>
        <p:nvGrpSpPr>
          <p:cNvPr id="396" name="Google Shape;396;p19"/>
          <p:cNvGrpSpPr/>
          <p:nvPr/>
        </p:nvGrpSpPr>
        <p:grpSpPr>
          <a:xfrm>
            <a:off x="8207461" y="1274228"/>
            <a:ext cx="122400" cy="116553"/>
            <a:chOff x="3572661" y="1653028"/>
            <a:chExt cx="122400" cy="116553"/>
          </a:xfrm>
        </p:grpSpPr>
        <p:cxnSp>
          <p:nvCxnSpPr>
            <p:cNvPr id="397" name="Google Shape;397;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398" name="Google Shape;398;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grpSp>
        <p:nvGrpSpPr>
          <p:cNvPr id="399" name="Google Shape;399;p19"/>
          <p:cNvGrpSpPr/>
          <p:nvPr/>
        </p:nvGrpSpPr>
        <p:grpSpPr>
          <a:xfrm>
            <a:off x="8664661" y="1274228"/>
            <a:ext cx="122400" cy="116553"/>
            <a:chOff x="3572661" y="1653028"/>
            <a:chExt cx="122400" cy="116553"/>
          </a:xfrm>
        </p:grpSpPr>
        <p:cxnSp>
          <p:nvCxnSpPr>
            <p:cNvPr id="400" name="Google Shape;400;p19"/>
            <p:cNvCxnSpPr/>
            <p:nvPr/>
          </p:nvCxnSpPr>
          <p:spPr>
            <a:xfrm>
              <a:off x="3572661" y="1711296"/>
              <a:ext cx="122400" cy="0"/>
            </a:xfrm>
            <a:prstGeom prst="straightConnector1">
              <a:avLst/>
            </a:prstGeom>
            <a:noFill/>
            <a:ln cap="flat" cmpd="sng" w="9525">
              <a:solidFill>
                <a:schemeClr val="accent1"/>
              </a:solidFill>
              <a:prstDash val="solid"/>
              <a:round/>
              <a:headEnd len="sm" w="sm" type="none"/>
              <a:tailEnd len="sm" w="sm" type="none"/>
            </a:ln>
          </p:spPr>
        </p:cxnSp>
        <p:sp>
          <p:nvSpPr>
            <p:cNvPr id="401" name="Google Shape;401;p19"/>
            <p:cNvSpPr/>
            <p:nvPr/>
          </p:nvSpPr>
          <p:spPr>
            <a:xfrm>
              <a:off x="3623751" y="1653028"/>
              <a:ext cx="71240" cy="116553"/>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pSp>
      <p:sp>
        <p:nvSpPr>
          <p:cNvPr id="402" name="Google Shape;402;p19"/>
          <p:cNvSpPr/>
          <p:nvPr/>
        </p:nvSpPr>
        <p:spPr>
          <a:xfrm rot="-5400000">
            <a:off x="335050" y="14879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3" name="Google Shape;403;p19"/>
          <p:cNvSpPr/>
          <p:nvPr/>
        </p:nvSpPr>
        <p:spPr>
          <a:xfrm rot="-5400000">
            <a:off x="335050" y="17165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4" name="Google Shape;404;p19"/>
          <p:cNvSpPr/>
          <p:nvPr/>
        </p:nvSpPr>
        <p:spPr>
          <a:xfrm rot="-5400000">
            <a:off x="335050" y="19451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5" name="Google Shape;405;p19"/>
          <p:cNvSpPr/>
          <p:nvPr/>
        </p:nvSpPr>
        <p:spPr>
          <a:xfrm rot="-5400000">
            <a:off x="335050" y="2173700"/>
            <a:ext cx="13500" cy="135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grpSp>
        <p:nvGrpSpPr>
          <p:cNvPr id="406" name="Google Shape;406;p19"/>
          <p:cNvGrpSpPr/>
          <p:nvPr/>
        </p:nvGrpSpPr>
        <p:grpSpPr>
          <a:xfrm>
            <a:off x="-3175" y="1"/>
            <a:ext cx="9146700" cy="330024"/>
            <a:chOff x="-3175" y="1"/>
            <a:chExt cx="9146700" cy="330024"/>
          </a:xfrm>
        </p:grpSpPr>
        <p:sp>
          <p:nvSpPr>
            <p:cNvPr id="407" name="Google Shape;407;p1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08" name="Google Shape;408;p1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09" name="Google Shape;409;p19"/>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410" name="Google Shape;410;p19"/>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411" name="Google Shape;411;p19"/>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 2">
  <p:cSld name="CUSTOM_7_1">
    <p:bg>
      <p:bgPr>
        <a:solidFill>
          <a:schemeClr val="lt2"/>
        </a:solidFill>
      </p:bgPr>
    </p:bg>
    <p:spTree>
      <p:nvGrpSpPr>
        <p:cNvPr id="412" name="Shape 412"/>
        <p:cNvGrpSpPr/>
        <p:nvPr/>
      </p:nvGrpSpPr>
      <p:grpSpPr>
        <a:xfrm>
          <a:off x="0" y="0"/>
          <a:ext cx="0" cy="0"/>
          <a:chOff x="0" y="0"/>
          <a:chExt cx="0" cy="0"/>
        </a:xfrm>
      </p:grpSpPr>
      <p:sp>
        <p:nvSpPr>
          <p:cNvPr id="413" name="Google Shape;413;p20"/>
          <p:cNvSpPr/>
          <p:nvPr>
            <p:ph idx="2" type="pic"/>
          </p:nvPr>
        </p:nvSpPr>
        <p:spPr>
          <a:xfrm>
            <a:off x="0" y="330000"/>
            <a:ext cx="9134100" cy="1519800"/>
          </a:xfrm>
          <a:prstGeom prst="rect">
            <a:avLst/>
          </a:prstGeom>
          <a:noFill/>
          <a:ln>
            <a:noFill/>
          </a:ln>
        </p:spPr>
      </p:sp>
      <p:sp>
        <p:nvSpPr>
          <p:cNvPr id="414" name="Google Shape;414;p20"/>
          <p:cNvSpPr txBox="1"/>
          <p:nvPr>
            <p:ph type="ctrTitle"/>
          </p:nvPr>
        </p:nvSpPr>
        <p:spPr>
          <a:xfrm>
            <a:off x="348550" y="3716550"/>
            <a:ext cx="8601300" cy="1214100"/>
          </a:xfrm>
          <a:prstGeom prst="rect">
            <a:avLst/>
          </a:prstGeom>
        </p:spPr>
        <p:txBody>
          <a:bodyPr anchorCtr="0" anchor="b" bIns="91425" lIns="91425" spcFirstLastPara="1" rIns="91425" wrap="square" tIns="91425">
            <a:normAutofit/>
          </a:bodyPr>
          <a:lstStyle>
            <a:lvl1pPr lvl="0">
              <a:spcBef>
                <a:spcPts val="0"/>
              </a:spcBef>
              <a:spcAft>
                <a:spcPts val="0"/>
              </a:spcAft>
              <a:buSzPts val="7500"/>
              <a:buFont typeface="Tomorrow Light"/>
              <a:buNone/>
              <a:defRPr sz="7500">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15" name="Google Shape;415;p20"/>
          <p:cNvSpPr txBox="1"/>
          <p:nvPr>
            <p:ph idx="1" type="subTitle"/>
          </p:nvPr>
        </p:nvSpPr>
        <p:spPr>
          <a:xfrm>
            <a:off x="3745100" y="23782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2400"/>
              <a:buFont typeface="Nunito Sans"/>
              <a:buNone/>
              <a:defRPr sz="2400">
                <a:solidFill>
                  <a:schemeClr val="dk1"/>
                </a:solidFill>
              </a:defRPr>
            </a:lvl2pPr>
            <a:lvl3pPr lvl="2">
              <a:spcBef>
                <a:spcPts val="0"/>
              </a:spcBef>
              <a:spcAft>
                <a:spcPts val="0"/>
              </a:spcAft>
              <a:buClr>
                <a:schemeClr val="dk1"/>
              </a:buClr>
              <a:buSzPts val="2400"/>
              <a:buFont typeface="Nunito Sans"/>
              <a:buNone/>
              <a:defRPr sz="2400">
                <a:solidFill>
                  <a:schemeClr val="dk1"/>
                </a:solidFill>
              </a:defRPr>
            </a:lvl3pPr>
            <a:lvl4pPr lvl="3">
              <a:spcBef>
                <a:spcPts val="0"/>
              </a:spcBef>
              <a:spcAft>
                <a:spcPts val="0"/>
              </a:spcAft>
              <a:buClr>
                <a:schemeClr val="dk1"/>
              </a:buClr>
              <a:buSzPts val="2400"/>
              <a:buFont typeface="Nunito Sans"/>
              <a:buNone/>
              <a:defRPr sz="2400">
                <a:solidFill>
                  <a:schemeClr val="dk1"/>
                </a:solidFill>
              </a:defRPr>
            </a:lvl4pPr>
            <a:lvl5pPr lvl="4">
              <a:spcBef>
                <a:spcPts val="0"/>
              </a:spcBef>
              <a:spcAft>
                <a:spcPts val="0"/>
              </a:spcAft>
              <a:buClr>
                <a:schemeClr val="dk1"/>
              </a:buClr>
              <a:buSzPts val="2400"/>
              <a:buFont typeface="Nunito Sans"/>
              <a:buNone/>
              <a:defRPr sz="2400">
                <a:solidFill>
                  <a:schemeClr val="dk1"/>
                </a:solidFill>
              </a:defRPr>
            </a:lvl5pPr>
            <a:lvl6pPr lvl="5">
              <a:spcBef>
                <a:spcPts val="0"/>
              </a:spcBef>
              <a:spcAft>
                <a:spcPts val="0"/>
              </a:spcAft>
              <a:buClr>
                <a:schemeClr val="dk1"/>
              </a:buClr>
              <a:buSzPts val="2400"/>
              <a:buFont typeface="Nunito Sans"/>
              <a:buNone/>
              <a:defRPr sz="2400">
                <a:solidFill>
                  <a:schemeClr val="dk1"/>
                </a:solidFill>
              </a:defRPr>
            </a:lvl6pPr>
            <a:lvl7pPr lvl="6">
              <a:spcBef>
                <a:spcPts val="0"/>
              </a:spcBef>
              <a:spcAft>
                <a:spcPts val="0"/>
              </a:spcAft>
              <a:buClr>
                <a:schemeClr val="dk1"/>
              </a:buClr>
              <a:buSzPts val="2400"/>
              <a:buFont typeface="Nunito Sans"/>
              <a:buNone/>
              <a:defRPr sz="2400">
                <a:solidFill>
                  <a:schemeClr val="dk1"/>
                </a:solidFill>
              </a:defRPr>
            </a:lvl7pPr>
            <a:lvl8pPr lvl="7">
              <a:spcBef>
                <a:spcPts val="0"/>
              </a:spcBef>
              <a:spcAft>
                <a:spcPts val="0"/>
              </a:spcAft>
              <a:buClr>
                <a:schemeClr val="dk1"/>
              </a:buClr>
              <a:buSzPts val="2400"/>
              <a:buFont typeface="Nunito Sans"/>
              <a:buNone/>
              <a:defRPr sz="2400">
                <a:solidFill>
                  <a:schemeClr val="dk1"/>
                </a:solidFill>
              </a:defRPr>
            </a:lvl8pPr>
            <a:lvl9pPr lvl="8">
              <a:spcBef>
                <a:spcPts val="0"/>
              </a:spcBef>
              <a:spcAft>
                <a:spcPts val="0"/>
              </a:spcAft>
              <a:buClr>
                <a:schemeClr val="dk1"/>
              </a:buClr>
              <a:buSzPts val="2400"/>
              <a:buFont typeface="Nunito Sans"/>
              <a:buNone/>
              <a:defRPr sz="2400">
                <a:solidFill>
                  <a:schemeClr val="dk1"/>
                </a:solidFill>
              </a:defRPr>
            </a:lvl9pPr>
          </a:lstStyle>
          <a:p/>
        </p:txBody>
      </p:sp>
      <p:sp>
        <p:nvSpPr>
          <p:cNvPr id="416" name="Google Shape;416;p20"/>
          <p:cNvSpPr/>
          <p:nvPr/>
        </p:nvSpPr>
        <p:spPr>
          <a:xfrm>
            <a:off x="-125" y="2600"/>
            <a:ext cx="91440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17" name="Google Shape;417;p20"/>
          <p:cNvSpPr txBox="1"/>
          <p:nvPr>
            <p:ph idx="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418" name="Google Shape;418;p20"/>
          <p:cNvSpPr txBox="1"/>
          <p:nvPr>
            <p:ph idx="4" type="subTitle"/>
          </p:nvPr>
        </p:nvSpPr>
        <p:spPr>
          <a:xfrm>
            <a:off x="5807000" y="2378250"/>
            <a:ext cx="1902600" cy="11859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spcBef>
                <a:spcPts val="0"/>
              </a:spcBef>
              <a:spcAft>
                <a:spcPts val="0"/>
              </a:spcAft>
              <a:buClr>
                <a:schemeClr val="dk1"/>
              </a:buClr>
              <a:buSzPts val="2400"/>
              <a:buFont typeface="Nunito Sans"/>
              <a:buNone/>
              <a:defRPr sz="2400">
                <a:solidFill>
                  <a:schemeClr val="dk1"/>
                </a:solidFill>
              </a:defRPr>
            </a:lvl2pPr>
            <a:lvl3pPr lvl="2">
              <a:spcBef>
                <a:spcPts val="0"/>
              </a:spcBef>
              <a:spcAft>
                <a:spcPts val="0"/>
              </a:spcAft>
              <a:buClr>
                <a:schemeClr val="dk1"/>
              </a:buClr>
              <a:buSzPts val="2400"/>
              <a:buFont typeface="Nunito Sans"/>
              <a:buNone/>
              <a:defRPr sz="2400">
                <a:solidFill>
                  <a:schemeClr val="dk1"/>
                </a:solidFill>
              </a:defRPr>
            </a:lvl3pPr>
            <a:lvl4pPr lvl="3">
              <a:spcBef>
                <a:spcPts val="0"/>
              </a:spcBef>
              <a:spcAft>
                <a:spcPts val="0"/>
              </a:spcAft>
              <a:buClr>
                <a:schemeClr val="dk1"/>
              </a:buClr>
              <a:buSzPts val="2400"/>
              <a:buFont typeface="Nunito Sans"/>
              <a:buNone/>
              <a:defRPr sz="2400">
                <a:solidFill>
                  <a:schemeClr val="dk1"/>
                </a:solidFill>
              </a:defRPr>
            </a:lvl4pPr>
            <a:lvl5pPr lvl="4">
              <a:spcBef>
                <a:spcPts val="0"/>
              </a:spcBef>
              <a:spcAft>
                <a:spcPts val="0"/>
              </a:spcAft>
              <a:buClr>
                <a:schemeClr val="dk1"/>
              </a:buClr>
              <a:buSzPts val="2400"/>
              <a:buFont typeface="Nunito Sans"/>
              <a:buNone/>
              <a:defRPr sz="2400">
                <a:solidFill>
                  <a:schemeClr val="dk1"/>
                </a:solidFill>
              </a:defRPr>
            </a:lvl5pPr>
            <a:lvl6pPr lvl="5">
              <a:spcBef>
                <a:spcPts val="0"/>
              </a:spcBef>
              <a:spcAft>
                <a:spcPts val="0"/>
              </a:spcAft>
              <a:buClr>
                <a:schemeClr val="dk1"/>
              </a:buClr>
              <a:buSzPts val="2400"/>
              <a:buFont typeface="Nunito Sans"/>
              <a:buNone/>
              <a:defRPr sz="2400">
                <a:solidFill>
                  <a:schemeClr val="dk1"/>
                </a:solidFill>
              </a:defRPr>
            </a:lvl6pPr>
            <a:lvl7pPr lvl="6">
              <a:spcBef>
                <a:spcPts val="0"/>
              </a:spcBef>
              <a:spcAft>
                <a:spcPts val="0"/>
              </a:spcAft>
              <a:buClr>
                <a:schemeClr val="dk1"/>
              </a:buClr>
              <a:buSzPts val="2400"/>
              <a:buFont typeface="Nunito Sans"/>
              <a:buNone/>
              <a:defRPr sz="2400">
                <a:solidFill>
                  <a:schemeClr val="dk1"/>
                </a:solidFill>
              </a:defRPr>
            </a:lvl7pPr>
            <a:lvl8pPr lvl="7">
              <a:spcBef>
                <a:spcPts val="0"/>
              </a:spcBef>
              <a:spcAft>
                <a:spcPts val="0"/>
              </a:spcAft>
              <a:buClr>
                <a:schemeClr val="dk1"/>
              </a:buClr>
              <a:buSzPts val="2400"/>
              <a:buFont typeface="Nunito Sans"/>
              <a:buNone/>
              <a:defRPr sz="2400">
                <a:solidFill>
                  <a:schemeClr val="dk1"/>
                </a:solidFill>
              </a:defRPr>
            </a:lvl8pPr>
            <a:lvl9pPr lvl="8">
              <a:spcBef>
                <a:spcPts val="0"/>
              </a:spcBef>
              <a:spcAft>
                <a:spcPts val="0"/>
              </a:spcAft>
              <a:buClr>
                <a:schemeClr val="dk1"/>
              </a:buClr>
              <a:buSzPts val="2400"/>
              <a:buFont typeface="Nunito Sans"/>
              <a:buNone/>
              <a:defRPr sz="2400">
                <a:solidFill>
                  <a:schemeClr val="dk1"/>
                </a:solidFill>
              </a:defRPr>
            </a:lvl9pPr>
          </a:lstStyle>
          <a:p/>
        </p:txBody>
      </p:sp>
      <p:sp>
        <p:nvSpPr>
          <p:cNvPr id="419" name="Google Shape;419;p20"/>
          <p:cNvSpPr txBox="1"/>
          <p:nvPr>
            <p:ph idx="5" type="subTitle"/>
          </p:nvPr>
        </p:nvSpPr>
        <p:spPr>
          <a:xfrm>
            <a:off x="335050" y="1745850"/>
            <a:ext cx="2997900" cy="1818300"/>
          </a:xfrm>
          <a:prstGeom prst="rect">
            <a:avLst/>
          </a:prstGeom>
        </p:spPr>
        <p:txBody>
          <a:bodyPr anchorCtr="0" anchor="b" bIns="0" lIns="18000" spcFirstLastPara="1" rIns="91425" wrap="square" tIns="91425">
            <a:normAutofit/>
          </a:bodyPr>
          <a:lstStyle>
            <a:lvl1pPr lvl="0">
              <a:lnSpc>
                <a:spcPct val="100000"/>
              </a:lnSpc>
              <a:spcBef>
                <a:spcPts val="0"/>
              </a:spcBef>
              <a:spcAft>
                <a:spcPts val="0"/>
              </a:spcAft>
              <a:buClr>
                <a:schemeClr val="dk1"/>
              </a:buClr>
              <a:buSzPts val="1400"/>
              <a:buFont typeface="Nunito Sans"/>
              <a:buNone/>
              <a:defRPr sz="1400">
                <a:solidFill>
                  <a:schemeClr val="dk1"/>
                </a:solidFill>
              </a:defRPr>
            </a:lvl1pPr>
            <a:lvl2pPr lvl="1">
              <a:spcBef>
                <a:spcPts val="0"/>
              </a:spcBef>
              <a:spcAft>
                <a:spcPts val="0"/>
              </a:spcAft>
              <a:buClr>
                <a:schemeClr val="dk1"/>
              </a:buClr>
              <a:buSzPts val="1400"/>
              <a:buFont typeface="Nunito Sans"/>
              <a:buNone/>
              <a:defRPr>
                <a:solidFill>
                  <a:schemeClr val="dk1"/>
                </a:solidFill>
              </a:defRPr>
            </a:lvl2pPr>
            <a:lvl3pPr lvl="2">
              <a:spcBef>
                <a:spcPts val="0"/>
              </a:spcBef>
              <a:spcAft>
                <a:spcPts val="0"/>
              </a:spcAft>
              <a:buClr>
                <a:schemeClr val="dk1"/>
              </a:buClr>
              <a:buSzPts val="1400"/>
              <a:buFont typeface="Nunito Sans"/>
              <a:buNone/>
              <a:defRPr>
                <a:solidFill>
                  <a:schemeClr val="dk1"/>
                </a:solidFill>
              </a:defRPr>
            </a:lvl3pPr>
            <a:lvl4pPr lvl="3">
              <a:spcBef>
                <a:spcPts val="0"/>
              </a:spcBef>
              <a:spcAft>
                <a:spcPts val="0"/>
              </a:spcAft>
              <a:buClr>
                <a:schemeClr val="dk1"/>
              </a:buClr>
              <a:buSzPts val="1400"/>
              <a:buFont typeface="Nunito Sans"/>
              <a:buNone/>
              <a:defRPr>
                <a:solidFill>
                  <a:schemeClr val="dk1"/>
                </a:solidFill>
              </a:defRPr>
            </a:lvl4pPr>
            <a:lvl5pPr lvl="4">
              <a:spcBef>
                <a:spcPts val="0"/>
              </a:spcBef>
              <a:spcAft>
                <a:spcPts val="0"/>
              </a:spcAft>
              <a:buClr>
                <a:schemeClr val="dk1"/>
              </a:buClr>
              <a:buSzPts val="1400"/>
              <a:buFont typeface="Nunito Sans"/>
              <a:buNone/>
              <a:defRPr>
                <a:solidFill>
                  <a:schemeClr val="dk1"/>
                </a:solidFill>
              </a:defRPr>
            </a:lvl5pPr>
            <a:lvl6pPr lvl="5">
              <a:spcBef>
                <a:spcPts val="0"/>
              </a:spcBef>
              <a:spcAft>
                <a:spcPts val="0"/>
              </a:spcAft>
              <a:buClr>
                <a:schemeClr val="dk1"/>
              </a:buClr>
              <a:buSzPts val="1400"/>
              <a:buFont typeface="Nunito Sans"/>
              <a:buNone/>
              <a:defRPr>
                <a:solidFill>
                  <a:schemeClr val="dk1"/>
                </a:solidFill>
              </a:defRPr>
            </a:lvl6pPr>
            <a:lvl7pPr lvl="6">
              <a:spcBef>
                <a:spcPts val="0"/>
              </a:spcBef>
              <a:spcAft>
                <a:spcPts val="0"/>
              </a:spcAft>
              <a:buClr>
                <a:schemeClr val="dk1"/>
              </a:buClr>
              <a:buSzPts val="1400"/>
              <a:buFont typeface="Nunito Sans"/>
              <a:buNone/>
              <a:defRPr>
                <a:solidFill>
                  <a:schemeClr val="dk1"/>
                </a:solidFill>
              </a:defRPr>
            </a:lvl7pPr>
            <a:lvl8pPr lvl="7">
              <a:spcBef>
                <a:spcPts val="0"/>
              </a:spcBef>
              <a:spcAft>
                <a:spcPts val="0"/>
              </a:spcAft>
              <a:buClr>
                <a:schemeClr val="dk1"/>
              </a:buClr>
              <a:buSzPts val="1400"/>
              <a:buFont typeface="Nunito Sans"/>
              <a:buNone/>
              <a:defRPr>
                <a:solidFill>
                  <a:schemeClr val="dk1"/>
                </a:solidFill>
              </a:defRPr>
            </a:lvl8pPr>
            <a:lvl9pPr lvl="8">
              <a:spcBef>
                <a:spcPts val="0"/>
              </a:spcBef>
              <a:spcAft>
                <a:spcPts val="0"/>
              </a:spcAft>
              <a:buClr>
                <a:schemeClr val="dk1"/>
              </a:buClr>
              <a:buSzPts val="1400"/>
              <a:buFont typeface="Nunito Sans"/>
              <a:buNone/>
              <a:defRPr>
                <a:solidFill>
                  <a:schemeClr val="dk1"/>
                </a:solidFill>
              </a:defRPr>
            </a:lvl9pPr>
          </a:lstStyle>
          <a:p/>
        </p:txBody>
      </p:sp>
      <p:sp>
        <p:nvSpPr>
          <p:cNvPr id="420" name="Google Shape;420;p20"/>
          <p:cNvSpPr/>
          <p:nvPr/>
        </p:nvSpPr>
        <p:spPr>
          <a:xfrm>
            <a:off x="-125" y="1515175"/>
            <a:ext cx="4520700" cy="50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1" name="Google Shape;421;p20"/>
          <p:cNvSpPr/>
          <p:nvPr/>
        </p:nvSpPr>
        <p:spPr>
          <a:xfrm>
            <a:off x="8819475" y="1127200"/>
            <a:ext cx="324600" cy="101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2" name="Google Shape;422;p20"/>
          <p:cNvSpPr/>
          <p:nvPr/>
        </p:nvSpPr>
        <p:spPr>
          <a:xfrm>
            <a:off x="4515425" y="1519925"/>
            <a:ext cx="408300" cy="330000"/>
          </a:xfrm>
          <a:prstGeom prst="rtTriangl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20"/>
          <p:cNvSpPr/>
          <p:nvPr/>
        </p:nvSpPr>
        <p:spPr>
          <a:xfrm rot="-5400000">
            <a:off x="8012178" y="1211250"/>
            <a:ext cx="885000" cy="729600"/>
          </a:xfrm>
          <a:prstGeom prst="rtTriangl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24" name="Google Shape;424;p20"/>
          <p:cNvCxnSpPr/>
          <p:nvPr/>
        </p:nvCxnSpPr>
        <p:spPr>
          <a:xfrm>
            <a:off x="8442400" y="-2200"/>
            <a:ext cx="0" cy="332100"/>
          </a:xfrm>
          <a:prstGeom prst="straightConnector1">
            <a:avLst/>
          </a:prstGeom>
          <a:noFill/>
          <a:ln cap="flat" cmpd="sng" w="9525">
            <a:solidFill>
              <a:schemeClr val="accent6"/>
            </a:solidFill>
            <a:prstDash val="solid"/>
            <a:round/>
            <a:headEnd len="sm" w="sm" type="none"/>
            <a:tailEnd len="sm" w="sm" type="none"/>
          </a:ln>
        </p:spPr>
      </p:cxnSp>
      <p:cxnSp>
        <p:nvCxnSpPr>
          <p:cNvPr id="425" name="Google Shape;425;p20"/>
          <p:cNvCxnSpPr/>
          <p:nvPr/>
        </p:nvCxnSpPr>
        <p:spPr>
          <a:xfrm>
            <a:off x="8801100" y="-2182"/>
            <a:ext cx="0" cy="332100"/>
          </a:xfrm>
          <a:prstGeom prst="straightConnector1">
            <a:avLst/>
          </a:prstGeom>
          <a:noFill/>
          <a:ln cap="flat" cmpd="sng" w="9525">
            <a:solidFill>
              <a:schemeClr val="accent6"/>
            </a:solidFill>
            <a:prstDash val="solid"/>
            <a:round/>
            <a:headEnd len="sm" w="sm" type="none"/>
            <a:tailEnd len="sm" w="sm" type="none"/>
          </a:ln>
        </p:spPr>
      </p:cxnSp>
      <p:sp>
        <p:nvSpPr>
          <p:cNvPr id="426" name="Google Shape;426;p20"/>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27" name="Google Shape;427;p20"/>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p:cSld name="BLANK_1_1_1_1_1">
    <p:bg>
      <p:bgPr>
        <a:solidFill>
          <a:schemeClr val="accent5"/>
        </a:solidFill>
      </p:bgPr>
    </p:bg>
    <p:spTree>
      <p:nvGrpSpPr>
        <p:cNvPr id="428" name="Shape 428"/>
        <p:cNvGrpSpPr/>
        <p:nvPr/>
      </p:nvGrpSpPr>
      <p:grpSpPr>
        <a:xfrm>
          <a:off x="0" y="0"/>
          <a:ext cx="0" cy="0"/>
          <a:chOff x="0" y="0"/>
          <a:chExt cx="0" cy="0"/>
        </a:xfrm>
      </p:grpSpPr>
      <p:grpSp>
        <p:nvGrpSpPr>
          <p:cNvPr id="429" name="Google Shape;429;p21"/>
          <p:cNvGrpSpPr/>
          <p:nvPr/>
        </p:nvGrpSpPr>
        <p:grpSpPr>
          <a:xfrm>
            <a:off x="3579679" y="259811"/>
            <a:ext cx="5325903" cy="4883714"/>
            <a:chOff x="11786836" y="3311675"/>
            <a:chExt cx="486735" cy="335100"/>
          </a:xfrm>
        </p:grpSpPr>
        <p:sp>
          <p:nvSpPr>
            <p:cNvPr id="430" name="Google Shape;430;p21"/>
            <p:cNvSpPr/>
            <p:nvPr/>
          </p:nvSpPr>
          <p:spPr>
            <a:xfrm>
              <a:off x="11786836" y="3311675"/>
              <a:ext cx="261900" cy="335100"/>
            </a:xfrm>
            <a:prstGeom prst="chevron">
              <a:avLst>
                <a:gd fmla="val 67909"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1" name="Google Shape;431;p21"/>
            <p:cNvSpPr/>
            <p:nvPr/>
          </p:nvSpPr>
          <p:spPr>
            <a:xfrm>
              <a:off x="12011671" y="3311675"/>
              <a:ext cx="261900" cy="335100"/>
            </a:xfrm>
            <a:prstGeom prst="chevron">
              <a:avLst>
                <a:gd fmla="val 67909"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432" name="Google Shape;432;p21"/>
          <p:cNvSpPr/>
          <p:nvPr/>
        </p:nvSpPr>
        <p:spPr>
          <a:xfrm>
            <a:off x="-4825" y="-2175"/>
            <a:ext cx="91587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3" name="Google Shape;433;p21"/>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grpSp>
        <p:nvGrpSpPr>
          <p:cNvPr id="434" name="Google Shape;434;p21"/>
          <p:cNvGrpSpPr/>
          <p:nvPr/>
        </p:nvGrpSpPr>
        <p:grpSpPr>
          <a:xfrm>
            <a:off x="8836188" y="4326431"/>
            <a:ext cx="47011" cy="583672"/>
            <a:chOff x="1520071" y="2028093"/>
            <a:chExt cx="80100" cy="994500"/>
          </a:xfrm>
        </p:grpSpPr>
        <p:sp>
          <p:nvSpPr>
            <p:cNvPr id="435" name="Google Shape;435;p21"/>
            <p:cNvSpPr/>
            <p:nvPr/>
          </p:nvSpPr>
          <p:spPr>
            <a:xfrm>
              <a:off x="1520071" y="20280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6" name="Google Shape;436;p21"/>
            <p:cNvSpPr/>
            <p:nvPr/>
          </p:nvSpPr>
          <p:spPr>
            <a:xfrm>
              <a:off x="1520071" y="22566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7" name="Google Shape;437;p21"/>
            <p:cNvSpPr/>
            <p:nvPr/>
          </p:nvSpPr>
          <p:spPr>
            <a:xfrm>
              <a:off x="1520071" y="24852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8" name="Google Shape;438;p21"/>
            <p:cNvSpPr/>
            <p:nvPr/>
          </p:nvSpPr>
          <p:spPr>
            <a:xfrm>
              <a:off x="1520071" y="27138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39" name="Google Shape;439;p21"/>
            <p:cNvSpPr/>
            <p:nvPr/>
          </p:nvSpPr>
          <p:spPr>
            <a:xfrm>
              <a:off x="1520071" y="2942493"/>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440" name="Google Shape;440;p21"/>
          <p:cNvSpPr txBox="1"/>
          <p:nvPr>
            <p:ph type="ctrTitle"/>
          </p:nvPr>
        </p:nvSpPr>
        <p:spPr>
          <a:xfrm>
            <a:off x="311700" y="2715975"/>
            <a:ext cx="5444400" cy="2214600"/>
          </a:xfrm>
          <a:prstGeom prst="rect">
            <a:avLst/>
          </a:prstGeom>
        </p:spPr>
        <p:txBody>
          <a:bodyPr anchorCtr="0" anchor="b" bIns="91425" lIns="0" spcFirstLastPara="1" rIns="91425" wrap="square" tIns="91425">
            <a:normAutofit/>
          </a:bodyPr>
          <a:lstStyle>
            <a:lvl1pPr lvl="0">
              <a:lnSpc>
                <a:spcPct val="75000"/>
              </a:lnSpc>
              <a:spcBef>
                <a:spcPts val="0"/>
              </a:spcBef>
              <a:spcAft>
                <a:spcPts val="0"/>
              </a:spcAft>
              <a:buSzPts val="7500"/>
              <a:buFont typeface="Tomorrow Light"/>
              <a:buNone/>
              <a:defRPr sz="7500">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41" name="Google Shape;441;p21"/>
          <p:cNvSpPr txBox="1"/>
          <p:nvPr>
            <p:ph idx="2" type="subTitle"/>
          </p:nvPr>
        </p:nvSpPr>
        <p:spPr>
          <a:xfrm>
            <a:off x="339475" y="681200"/>
            <a:ext cx="5416800" cy="1516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800"/>
              <a:buNone/>
              <a:defRPr>
                <a:solidFill>
                  <a:schemeClr val="dk1"/>
                </a:solidFill>
              </a:defRPr>
            </a:lvl1pPr>
            <a:lvl2pPr lvl="1">
              <a:lnSpc>
                <a:spcPct val="100000"/>
              </a:lnSpc>
              <a:spcBef>
                <a:spcPts val="0"/>
              </a:spcBef>
              <a:spcAft>
                <a:spcPts val="0"/>
              </a:spcAft>
              <a:buClr>
                <a:schemeClr val="dk1"/>
              </a:buClr>
              <a:buSzPts val="1800"/>
              <a:buNone/>
              <a:defRPr sz="1800">
                <a:solidFill>
                  <a:schemeClr val="dk1"/>
                </a:solidFill>
              </a:defRPr>
            </a:lvl2pPr>
            <a:lvl3pPr lvl="2">
              <a:lnSpc>
                <a:spcPct val="100000"/>
              </a:lnSpc>
              <a:spcBef>
                <a:spcPts val="0"/>
              </a:spcBef>
              <a:spcAft>
                <a:spcPts val="0"/>
              </a:spcAft>
              <a:buClr>
                <a:schemeClr val="dk1"/>
              </a:buClr>
              <a:buSzPts val="1800"/>
              <a:buNone/>
              <a:defRPr sz="1800">
                <a:solidFill>
                  <a:schemeClr val="dk1"/>
                </a:solidFill>
              </a:defRPr>
            </a:lvl3pPr>
            <a:lvl4pPr lvl="3">
              <a:lnSpc>
                <a:spcPct val="100000"/>
              </a:lnSpc>
              <a:spcBef>
                <a:spcPts val="0"/>
              </a:spcBef>
              <a:spcAft>
                <a:spcPts val="0"/>
              </a:spcAft>
              <a:buClr>
                <a:schemeClr val="dk1"/>
              </a:buClr>
              <a:buSzPts val="1800"/>
              <a:buNone/>
              <a:defRPr sz="1800">
                <a:solidFill>
                  <a:schemeClr val="dk1"/>
                </a:solidFill>
              </a:defRPr>
            </a:lvl4pPr>
            <a:lvl5pPr lvl="4">
              <a:lnSpc>
                <a:spcPct val="100000"/>
              </a:lnSpc>
              <a:spcBef>
                <a:spcPts val="0"/>
              </a:spcBef>
              <a:spcAft>
                <a:spcPts val="0"/>
              </a:spcAft>
              <a:buClr>
                <a:schemeClr val="dk1"/>
              </a:buClr>
              <a:buSzPts val="1800"/>
              <a:buNone/>
              <a:defRPr sz="1800">
                <a:solidFill>
                  <a:schemeClr val="dk1"/>
                </a:solidFill>
              </a:defRPr>
            </a:lvl5pPr>
            <a:lvl6pPr lvl="5">
              <a:lnSpc>
                <a:spcPct val="100000"/>
              </a:lnSpc>
              <a:spcBef>
                <a:spcPts val="0"/>
              </a:spcBef>
              <a:spcAft>
                <a:spcPts val="0"/>
              </a:spcAft>
              <a:buClr>
                <a:schemeClr val="dk1"/>
              </a:buClr>
              <a:buSzPts val="1800"/>
              <a:buNone/>
              <a:defRPr sz="1800">
                <a:solidFill>
                  <a:schemeClr val="dk1"/>
                </a:solidFill>
              </a:defRPr>
            </a:lvl6pPr>
            <a:lvl7pPr lvl="6">
              <a:lnSpc>
                <a:spcPct val="100000"/>
              </a:lnSpc>
              <a:spcBef>
                <a:spcPts val="0"/>
              </a:spcBef>
              <a:spcAft>
                <a:spcPts val="0"/>
              </a:spcAft>
              <a:buClr>
                <a:schemeClr val="dk1"/>
              </a:buClr>
              <a:buSzPts val="1800"/>
              <a:buNone/>
              <a:defRPr sz="1800">
                <a:solidFill>
                  <a:schemeClr val="dk1"/>
                </a:solidFill>
              </a:defRPr>
            </a:lvl7pPr>
            <a:lvl8pPr lvl="7">
              <a:lnSpc>
                <a:spcPct val="100000"/>
              </a:lnSpc>
              <a:spcBef>
                <a:spcPts val="0"/>
              </a:spcBef>
              <a:spcAft>
                <a:spcPts val="0"/>
              </a:spcAft>
              <a:buClr>
                <a:schemeClr val="dk1"/>
              </a:buClr>
              <a:buSzPts val="1800"/>
              <a:buNone/>
              <a:defRPr sz="1800">
                <a:solidFill>
                  <a:schemeClr val="dk1"/>
                </a:solidFill>
              </a:defRPr>
            </a:lvl8pPr>
            <a:lvl9pPr lvl="8">
              <a:lnSpc>
                <a:spcPct val="100000"/>
              </a:lnSpc>
              <a:spcBef>
                <a:spcPts val="0"/>
              </a:spcBef>
              <a:spcAft>
                <a:spcPts val="0"/>
              </a:spcAft>
              <a:buClr>
                <a:schemeClr val="dk1"/>
              </a:buClr>
              <a:buSzPts val="1800"/>
              <a:buNone/>
              <a:defRPr sz="1800">
                <a:solidFill>
                  <a:schemeClr val="dk1"/>
                </a:solidFill>
              </a:defRPr>
            </a:lvl9pPr>
          </a:lstStyle>
          <a:p/>
        </p:txBody>
      </p:sp>
      <p:sp>
        <p:nvSpPr>
          <p:cNvPr id="442" name="Google Shape;442;p21"/>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43" name="Google Shape;443;p21"/>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44" name="Google Shape;444;p21"/>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445" name="Google Shape;445;p21"/>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CUSTOM_5">
    <p:bg>
      <p:bgPr>
        <a:solidFill>
          <a:schemeClr val="accent5"/>
        </a:solidFill>
      </p:bgPr>
    </p:bg>
    <p:spTree>
      <p:nvGrpSpPr>
        <p:cNvPr id="446" name="Shape 446"/>
        <p:cNvGrpSpPr/>
        <p:nvPr/>
      </p:nvGrpSpPr>
      <p:grpSpPr>
        <a:xfrm>
          <a:off x="0" y="0"/>
          <a:ext cx="0" cy="0"/>
          <a:chOff x="0" y="0"/>
          <a:chExt cx="0" cy="0"/>
        </a:xfrm>
      </p:grpSpPr>
      <p:sp>
        <p:nvSpPr>
          <p:cNvPr id="447" name="Google Shape;447;p22"/>
          <p:cNvSpPr txBox="1"/>
          <p:nvPr>
            <p:ph type="ctrTitle"/>
          </p:nvPr>
        </p:nvSpPr>
        <p:spPr>
          <a:xfrm>
            <a:off x="335400" y="466575"/>
            <a:ext cx="2583000" cy="1123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448" name="Google Shape;448;p22"/>
          <p:cNvSpPr txBox="1"/>
          <p:nvPr>
            <p:ph idx="1" type="subTitle"/>
          </p:nvPr>
        </p:nvSpPr>
        <p:spPr>
          <a:xfrm>
            <a:off x="3210725" y="667125"/>
            <a:ext cx="2289000" cy="632400"/>
          </a:xfrm>
          <a:prstGeom prst="rect">
            <a:avLst/>
          </a:prstGeom>
        </p:spPr>
        <p:txBody>
          <a:bodyPr anchorCtr="0" anchor="ctr"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49" name="Google Shape;449;p22"/>
          <p:cNvSpPr txBox="1"/>
          <p:nvPr>
            <p:ph idx="2" type="subTitle"/>
          </p:nvPr>
        </p:nvSpPr>
        <p:spPr>
          <a:xfrm>
            <a:off x="150000"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0" name="Google Shape;450;p22"/>
          <p:cNvSpPr txBox="1"/>
          <p:nvPr>
            <p:ph idx="3" type="subTitle"/>
          </p:nvPr>
        </p:nvSpPr>
        <p:spPr>
          <a:xfrm>
            <a:off x="2435088"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1" name="Google Shape;451;p22"/>
          <p:cNvSpPr txBox="1"/>
          <p:nvPr>
            <p:ph idx="4" type="subTitle"/>
          </p:nvPr>
        </p:nvSpPr>
        <p:spPr>
          <a:xfrm>
            <a:off x="4737315"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2" name="Google Shape;452;p22"/>
          <p:cNvSpPr txBox="1"/>
          <p:nvPr>
            <p:ph idx="5" type="subTitle"/>
          </p:nvPr>
        </p:nvSpPr>
        <p:spPr>
          <a:xfrm>
            <a:off x="7040950" y="1817674"/>
            <a:ext cx="1986900" cy="538800"/>
          </a:xfrm>
          <a:prstGeom prst="rect">
            <a:avLst/>
          </a:prstGeom>
        </p:spPr>
        <p:txBody>
          <a:bodyPr anchorCtr="0" anchor="t" bIns="91425" lIns="0" spcFirstLastPara="1" rIns="91425" wrap="square" tIns="91425">
            <a:normAutofit/>
          </a:bodyPr>
          <a:lstStyle>
            <a:lvl1pPr lvl="0"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gn="ctr">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453" name="Google Shape;453;p22"/>
          <p:cNvSpPr/>
          <p:nvPr/>
        </p:nvSpPr>
        <p:spPr>
          <a:xfrm>
            <a:off x="1867775" y="1260953"/>
            <a:ext cx="158400" cy="1584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cxnSp>
        <p:nvCxnSpPr>
          <p:cNvPr id="454" name="Google Shape;454;p22"/>
          <p:cNvCxnSpPr/>
          <p:nvPr/>
        </p:nvCxnSpPr>
        <p:spPr>
          <a:xfrm>
            <a:off x="1910721" y="1340059"/>
            <a:ext cx="72300" cy="0"/>
          </a:xfrm>
          <a:prstGeom prst="straightConnector1">
            <a:avLst/>
          </a:prstGeom>
          <a:noFill/>
          <a:ln cap="flat" cmpd="sng" w="9525">
            <a:solidFill>
              <a:schemeClr val="accent4"/>
            </a:solidFill>
            <a:prstDash val="solid"/>
            <a:round/>
            <a:headEnd len="sm" w="sm" type="none"/>
            <a:tailEnd len="sm" w="sm" type="none"/>
          </a:ln>
        </p:spPr>
      </p:cxnSp>
      <p:sp>
        <p:nvSpPr>
          <p:cNvPr id="455" name="Google Shape;455;p22"/>
          <p:cNvSpPr/>
          <p:nvPr/>
        </p:nvSpPr>
        <p:spPr>
          <a:xfrm>
            <a:off x="1940928" y="1305608"/>
            <a:ext cx="42117" cy="68907"/>
          </a:xfrm>
          <a:custGeom>
            <a:rect b="b" l="l" r="r" t="t"/>
            <a:pathLst>
              <a:path extrusionOk="0" h="10358" w="6331">
                <a:moveTo>
                  <a:pt x="0" y="0"/>
                </a:moveTo>
                <a:cubicBezTo>
                  <a:pt x="1055" y="831"/>
                  <a:pt x="6322" y="3261"/>
                  <a:pt x="6331" y="4987"/>
                </a:cubicBezTo>
                <a:cubicBezTo>
                  <a:pt x="6340" y="6713"/>
                  <a:pt x="1102" y="9463"/>
                  <a:pt x="56" y="10358"/>
                </a:cubicBezTo>
              </a:path>
            </a:pathLst>
          </a:cu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sp>
        <p:nvSpPr>
          <p:cNvPr id="456" name="Google Shape;456;p22"/>
          <p:cNvSpPr/>
          <p:nvPr/>
        </p:nvSpPr>
        <p:spPr>
          <a:xfrm>
            <a:off x="15755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7" name="Google Shape;457;p22"/>
          <p:cNvSpPr/>
          <p:nvPr/>
        </p:nvSpPr>
        <p:spPr>
          <a:xfrm>
            <a:off x="13469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8" name="Google Shape;458;p22"/>
          <p:cNvSpPr/>
          <p:nvPr/>
        </p:nvSpPr>
        <p:spPr>
          <a:xfrm>
            <a:off x="11183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59" name="Google Shape;459;p22"/>
          <p:cNvSpPr/>
          <p:nvPr/>
        </p:nvSpPr>
        <p:spPr>
          <a:xfrm>
            <a:off x="8897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0" name="Google Shape;460;p22"/>
          <p:cNvSpPr/>
          <p:nvPr/>
        </p:nvSpPr>
        <p:spPr>
          <a:xfrm>
            <a:off x="6611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1" name="Google Shape;461;p22"/>
          <p:cNvSpPr/>
          <p:nvPr/>
        </p:nvSpPr>
        <p:spPr>
          <a:xfrm>
            <a:off x="432550" y="1333400"/>
            <a:ext cx="13500" cy="13500"/>
          </a:xfrm>
          <a:prstGeom prst="ellipse">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462" name="Google Shape;462;p22"/>
          <p:cNvSpPr/>
          <p:nvPr/>
        </p:nvSpPr>
        <p:spPr>
          <a:xfrm>
            <a:off x="-4825" y="-2175"/>
            <a:ext cx="9148800" cy="327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3" name="Google Shape;463;p22"/>
          <p:cNvSpPr txBox="1"/>
          <p:nvPr>
            <p:ph idx="6"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800"/>
              <a:buFont typeface="Nunito Sans"/>
              <a:buNone/>
              <a:defRPr sz="800">
                <a:solidFill>
                  <a:schemeClr val="dk1"/>
                </a:solidFill>
              </a:defRPr>
            </a:lvl1pPr>
            <a:lvl2pPr lvl="1">
              <a:spcBef>
                <a:spcPts val="0"/>
              </a:spcBef>
              <a:spcAft>
                <a:spcPts val="0"/>
              </a:spcAft>
              <a:buClr>
                <a:schemeClr val="dk1"/>
              </a:buClr>
              <a:buSzPts val="1000"/>
              <a:buFont typeface="Nunito Sans"/>
              <a:buNone/>
              <a:defRPr sz="1000">
                <a:solidFill>
                  <a:schemeClr val="dk1"/>
                </a:solidFill>
              </a:defRPr>
            </a:lvl2pPr>
            <a:lvl3pPr lvl="2">
              <a:spcBef>
                <a:spcPts val="0"/>
              </a:spcBef>
              <a:spcAft>
                <a:spcPts val="0"/>
              </a:spcAft>
              <a:buClr>
                <a:schemeClr val="dk1"/>
              </a:buClr>
              <a:buSzPts val="1000"/>
              <a:buFont typeface="Nunito Sans"/>
              <a:buNone/>
              <a:defRPr sz="1000">
                <a:solidFill>
                  <a:schemeClr val="dk1"/>
                </a:solidFill>
              </a:defRPr>
            </a:lvl3pPr>
            <a:lvl4pPr lvl="3">
              <a:spcBef>
                <a:spcPts val="0"/>
              </a:spcBef>
              <a:spcAft>
                <a:spcPts val="0"/>
              </a:spcAft>
              <a:buClr>
                <a:schemeClr val="dk1"/>
              </a:buClr>
              <a:buSzPts val="1000"/>
              <a:buFont typeface="Nunito Sans"/>
              <a:buNone/>
              <a:defRPr sz="1000">
                <a:solidFill>
                  <a:schemeClr val="dk1"/>
                </a:solidFill>
              </a:defRPr>
            </a:lvl4pPr>
            <a:lvl5pPr lvl="4">
              <a:spcBef>
                <a:spcPts val="0"/>
              </a:spcBef>
              <a:spcAft>
                <a:spcPts val="0"/>
              </a:spcAft>
              <a:buClr>
                <a:schemeClr val="dk1"/>
              </a:buClr>
              <a:buSzPts val="1000"/>
              <a:buFont typeface="Nunito Sans"/>
              <a:buNone/>
              <a:defRPr sz="1000">
                <a:solidFill>
                  <a:schemeClr val="dk1"/>
                </a:solidFill>
              </a:defRPr>
            </a:lvl5pPr>
            <a:lvl6pPr lvl="5">
              <a:spcBef>
                <a:spcPts val="0"/>
              </a:spcBef>
              <a:spcAft>
                <a:spcPts val="0"/>
              </a:spcAft>
              <a:buClr>
                <a:schemeClr val="dk1"/>
              </a:buClr>
              <a:buSzPts val="1000"/>
              <a:buFont typeface="Nunito Sans"/>
              <a:buNone/>
              <a:defRPr sz="1000">
                <a:solidFill>
                  <a:schemeClr val="dk1"/>
                </a:solidFill>
              </a:defRPr>
            </a:lvl6pPr>
            <a:lvl7pPr lvl="6">
              <a:spcBef>
                <a:spcPts val="0"/>
              </a:spcBef>
              <a:spcAft>
                <a:spcPts val="0"/>
              </a:spcAft>
              <a:buClr>
                <a:schemeClr val="dk1"/>
              </a:buClr>
              <a:buSzPts val="1000"/>
              <a:buFont typeface="Nunito Sans"/>
              <a:buNone/>
              <a:defRPr sz="1000">
                <a:solidFill>
                  <a:schemeClr val="dk1"/>
                </a:solidFill>
              </a:defRPr>
            </a:lvl7pPr>
            <a:lvl8pPr lvl="7">
              <a:spcBef>
                <a:spcPts val="0"/>
              </a:spcBef>
              <a:spcAft>
                <a:spcPts val="0"/>
              </a:spcAft>
              <a:buClr>
                <a:schemeClr val="dk1"/>
              </a:buClr>
              <a:buSzPts val="1000"/>
              <a:buFont typeface="Nunito Sans"/>
              <a:buNone/>
              <a:defRPr sz="1000">
                <a:solidFill>
                  <a:schemeClr val="dk1"/>
                </a:solidFill>
              </a:defRPr>
            </a:lvl8pPr>
            <a:lvl9pPr lvl="8">
              <a:spcBef>
                <a:spcPts val="0"/>
              </a:spcBef>
              <a:spcAft>
                <a:spcPts val="0"/>
              </a:spcAft>
              <a:buClr>
                <a:schemeClr val="dk1"/>
              </a:buClr>
              <a:buSzPts val="1000"/>
              <a:buFont typeface="Nunito Sans"/>
              <a:buNone/>
              <a:defRPr sz="1000">
                <a:solidFill>
                  <a:schemeClr val="dk1"/>
                </a:solidFill>
              </a:defRPr>
            </a:lvl9pPr>
          </a:lstStyle>
          <a:p/>
        </p:txBody>
      </p:sp>
      <p:sp>
        <p:nvSpPr>
          <p:cNvPr id="464" name="Google Shape;464;p22"/>
          <p:cNvSpPr/>
          <p:nvPr/>
        </p:nvSpPr>
        <p:spPr>
          <a:xfrm>
            <a:off x="8952255" y="115632"/>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65" name="Google Shape;465;p22"/>
          <p:cNvSpPr/>
          <p:nvPr/>
        </p:nvSpPr>
        <p:spPr>
          <a:xfrm rot="10800000">
            <a:off x="8571371" y="115701"/>
            <a:ext cx="78600" cy="89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466" name="Google Shape;466;p22"/>
          <p:cNvCxnSpPr/>
          <p:nvPr/>
        </p:nvCxnSpPr>
        <p:spPr>
          <a:xfrm>
            <a:off x="8442400" y="-2200"/>
            <a:ext cx="0" cy="327300"/>
          </a:xfrm>
          <a:prstGeom prst="straightConnector1">
            <a:avLst/>
          </a:prstGeom>
          <a:noFill/>
          <a:ln cap="flat" cmpd="sng" w="9525">
            <a:solidFill>
              <a:schemeClr val="lt1"/>
            </a:solidFill>
            <a:prstDash val="solid"/>
            <a:round/>
            <a:headEnd len="sm" w="sm" type="none"/>
            <a:tailEnd len="sm" w="sm" type="none"/>
          </a:ln>
        </p:spPr>
      </p:cxnSp>
      <p:cxnSp>
        <p:nvCxnSpPr>
          <p:cNvPr id="467" name="Google Shape;467;p22"/>
          <p:cNvCxnSpPr/>
          <p:nvPr/>
        </p:nvCxnSpPr>
        <p:spPr>
          <a:xfrm>
            <a:off x="8801100" y="-2182"/>
            <a:ext cx="0" cy="3273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CUSTOM_21">
    <p:bg>
      <p:bgPr>
        <a:solidFill>
          <a:schemeClr val="dk1"/>
        </a:solidFill>
      </p:bgPr>
    </p:bg>
    <p:spTree>
      <p:nvGrpSpPr>
        <p:cNvPr id="468" name="Shape 468"/>
        <p:cNvGrpSpPr/>
        <p:nvPr/>
      </p:nvGrpSpPr>
      <p:grpSpPr>
        <a:xfrm>
          <a:off x="0" y="0"/>
          <a:ext cx="0" cy="0"/>
          <a:chOff x="0" y="0"/>
          <a:chExt cx="0" cy="0"/>
        </a:xfrm>
      </p:grpSpPr>
      <p:pic>
        <p:nvPicPr>
          <p:cNvPr descr="A man works on a computer inside a spacious hangar-like office. " id="469" name="Google Shape;469;p23"/>
          <p:cNvPicPr preferRelativeResize="0"/>
          <p:nvPr/>
        </p:nvPicPr>
        <p:blipFill rotWithShape="1">
          <a:blip r:embed="rId2">
            <a:alphaModFix amt="50000"/>
          </a:blip>
          <a:srcRect b="10032" l="504" r="593" t="6501"/>
          <a:stretch/>
        </p:blipFill>
        <p:spPr>
          <a:xfrm>
            <a:off x="-1825" y="0"/>
            <a:ext cx="9144003" cy="5143501"/>
          </a:xfrm>
          <a:prstGeom prst="rect">
            <a:avLst/>
          </a:prstGeom>
          <a:noFill/>
          <a:ln>
            <a:noFill/>
          </a:ln>
        </p:spPr>
      </p:pic>
      <p:sp>
        <p:nvSpPr>
          <p:cNvPr id="470" name="Google Shape;470;p23"/>
          <p:cNvSpPr/>
          <p:nvPr/>
        </p:nvSpPr>
        <p:spPr>
          <a:xfrm>
            <a:off x="0" y="-12725"/>
            <a:ext cx="8695500" cy="5151900"/>
          </a:xfrm>
          <a:prstGeom prst="rect">
            <a:avLst/>
          </a:prstGeom>
          <a:gradFill>
            <a:gsLst>
              <a:gs pos="0">
                <a:schemeClr val="dk1"/>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471" name="Google Shape;471;p23"/>
          <p:cNvSpPr txBox="1"/>
          <p:nvPr>
            <p:ph type="ctrTitle"/>
          </p:nvPr>
        </p:nvSpPr>
        <p:spPr>
          <a:xfrm>
            <a:off x="311700" y="2878000"/>
            <a:ext cx="6591300" cy="2052600"/>
          </a:xfrm>
          <a:prstGeom prst="rect">
            <a:avLst/>
          </a:prstGeom>
        </p:spPr>
        <p:txBody>
          <a:bodyPr anchorCtr="0" anchor="b" bIns="91425" lIns="91425" spcFirstLastPara="1" rIns="91425" wrap="square" tIns="91425">
            <a:normAutofit/>
          </a:bodyPr>
          <a:lstStyle>
            <a:lvl1pPr lvl="0">
              <a:lnSpc>
                <a:spcPct val="75000"/>
              </a:lnSpc>
              <a:spcBef>
                <a:spcPts val="0"/>
              </a:spcBef>
              <a:spcAft>
                <a:spcPts val="0"/>
              </a:spcAft>
              <a:buClr>
                <a:schemeClr val="lt1"/>
              </a:buClr>
              <a:buSzPts val="7500"/>
              <a:buFont typeface="Tomorrow Light"/>
              <a:buNone/>
              <a:defRPr sz="7500">
                <a:solidFill>
                  <a:schemeClr val="lt1"/>
                </a:solidFill>
                <a:latin typeface="Tomorrow Light"/>
                <a:ea typeface="Tomorrow Light"/>
                <a:cs typeface="Tomorrow Light"/>
                <a:sym typeface="Tomorrow Light"/>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72" name="Google Shape;472;p23"/>
          <p:cNvSpPr txBox="1"/>
          <p:nvPr>
            <p:ph idx="1" type="subTitle"/>
          </p:nvPr>
        </p:nvSpPr>
        <p:spPr>
          <a:xfrm>
            <a:off x="311700" y="2254075"/>
            <a:ext cx="59244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1500"/>
              <a:buFont typeface="Nunito Sans Medium"/>
              <a:buNone/>
              <a:defRPr sz="1500">
                <a:solidFill>
                  <a:schemeClr val="accent1"/>
                </a:solidFill>
                <a:latin typeface="Nunito Sans Medium"/>
                <a:ea typeface="Nunito Sans Medium"/>
                <a:cs typeface="Nunito Sans Medium"/>
                <a:sym typeface="Nunito Sans Medium"/>
              </a:defRPr>
            </a:lvl1pPr>
            <a:lvl2pPr lvl="1">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2pPr>
            <a:lvl3pPr lvl="2">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3pPr>
            <a:lvl4pPr lvl="3">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4pPr>
            <a:lvl5pPr lvl="4">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5pPr>
            <a:lvl6pPr lvl="5">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6pPr>
            <a:lvl7pPr lvl="6">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7pPr>
            <a:lvl8pPr lvl="7">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8pPr>
            <a:lvl9pPr lvl="8">
              <a:spcBef>
                <a:spcPts val="0"/>
              </a:spcBef>
              <a:spcAft>
                <a:spcPts val="0"/>
              </a:spcAft>
              <a:buClr>
                <a:schemeClr val="accent1"/>
              </a:buClr>
              <a:buSzPts val="1000"/>
              <a:buFont typeface="Nunito Sans Medium"/>
              <a:buNone/>
              <a:defRPr sz="1000">
                <a:solidFill>
                  <a:schemeClr val="accent1"/>
                </a:solidFill>
                <a:latin typeface="Nunito Sans Medium"/>
                <a:ea typeface="Nunito Sans Medium"/>
                <a:cs typeface="Nunito Sans Medium"/>
                <a:sym typeface="Nunito Sans Medium"/>
              </a:defRPr>
            </a:lvl9pPr>
          </a:lstStyle>
          <a:p/>
        </p:txBody>
      </p:sp>
      <p:sp>
        <p:nvSpPr>
          <p:cNvPr id="473" name="Google Shape;473;p23"/>
          <p:cNvSpPr txBox="1"/>
          <p:nvPr>
            <p:ph idx="2" type="subTitle"/>
          </p:nvPr>
        </p:nvSpPr>
        <p:spPr>
          <a:xfrm>
            <a:off x="311700" y="586200"/>
            <a:ext cx="5924400" cy="618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2pPr>
            <a:lvl3pPr lvl="2">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3pPr>
            <a:lvl4pPr lvl="3">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4pPr>
            <a:lvl5pPr lvl="4">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5pPr>
            <a:lvl6pPr lvl="5">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6pPr>
            <a:lvl7pPr lvl="6">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7pPr>
            <a:lvl8pPr lvl="7">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8pPr>
            <a:lvl9pPr lvl="8">
              <a:spcBef>
                <a:spcPts val="0"/>
              </a:spcBef>
              <a:spcAft>
                <a:spcPts val="0"/>
              </a:spcAft>
              <a:buClr>
                <a:schemeClr val="lt1"/>
              </a:buClr>
              <a:buSzPts val="1000"/>
              <a:buFont typeface="Nunito Sans Medium"/>
              <a:buNone/>
              <a:defRPr sz="1000">
                <a:solidFill>
                  <a:schemeClr val="lt1"/>
                </a:solidFill>
                <a:latin typeface="Nunito Sans Medium"/>
                <a:ea typeface="Nunito Sans Medium"/>
                <a:cs typeface="Nunito Sans Medium"/>
                <a:sym typeface="Nunito Sans Medium"/>
              </a:defRPr>
            </a:lvl9pPr>
          </a:lstStyle>
          <a:p/>
        </p:txBody>
      </p:sp>
      <p:cxnSp>
        <p:nvCxnSpPr>
          <p:cNvPr id="474" name="Google Shape;474;p23"/>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nvGrpSpPr>
          <p:cNvPr id="475" name="Google Shape;475;p23"/>
          <p:cNvGrpSpPr/>
          <p:nvPr/>
        </p:nvGrpSpPr>
        <p:grpSpPr>
          <a:xfrm rot="-5400000">
            <a:off x="8423456" y="-269850"/>
            <a:ext cx="153089" cy="854418"/>
            <a:chOff x="1495750" y="2304300"/>
            <a:chExt cx="128700" cy="718300"/>
          </a:xfrm>
        </p:grpSpPr>
        <p:sp>
          <p:nvSpPr>
            <p:cNvPr id="476" name="Google Shape;476;p23"/>
            <p:cNvSpPr/>
            <p:nvPr/>
          </p:nvSpPr>
          <p:spPr>
            <a:xfrm>
              <a:off x="1520050" y="23043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7" name="Google Shape;477;p23"/>
            <p:cNvSpPr/>
            <p:nvPr/>
          </p:nvSpPr>
          <p:spPr>
            <a:xfrm>
              <a:off x="1520050" y="25329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78" name="Google Shape;478;p23"/>
            <p:cNvSpPr/>
            <p:nvPr/>
          </p:nvSpPr>
          <p:spPr>
            <a:xfrm>
              <a:off x="1520050" y="27615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479" name="Google Shape;479;p23"/>
            <p:cNvCxnSpPr/>
            <p:nvPr/>
          </p:nvCxnSpPr>
          <p:spPr>
            <a:xfrm>
              <a:off x="1495750" y="3022600"/>
              <a:ext cx="128700" cy="0"/>
            </a:xfrm>
            <a:prstGeom prst="straightConnector1">
              <a:avLst/>
            </a:prstGeom>
            <a:noFill/>
            <a:ln cap="flat" cmpd="sng" w="9525">
              <a:solidFill>
                <a:schemeClr val="accent4"/>
              </a:solidFill>
              <a:prstDash val="solid"/>
              <a:round/>
              <a:headEnd len="sm" w="sm" type="none"/>
              <a:tailEnd len="sm" w="sm" type="none"/>
            </a:ln>
          </p:spPr>
        </p:cxnSp>
      </p:grpSp>
      <p:sp>
        <p:nvSpPr>
          <p:cNvPr id="480" name="Google Shape;480;p23"/>
          <p:cNvSpPr txBox="1"/>
          <p:nvPr>
            <p:ph idx="3"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p:cSld name="CUSTOM_9">
    <p:bg>
      <p:bgPr>
        <a:solidFill>
          <a:schemeClr val="lt2"/>
        </a:solidFill>
      </p:bgPr>
    </p:bg>
    <p:spTree>
      <p:nvGrpSpPr>
        <p:cNvPr id="481" name="Shape 481"/>
        <p:cNvGrpSpPr/>
        <p:nvPr/>
      </p:nvGrpSpPr>
      <p:grpSpPr>
        <a:xfrm>
          <a:off x="0" y="0"/>
          <a:ext cx="0" cy="0"/>
          <a:chOff x="0" y="0"/>
          <a:chExt cx="0" cy="0"/>
        </a:xfrm>
      </p:grpSpPr>
      <p:sp>
        <p:nvSpPr>
          <p:cNvPr id="482" name="Google Shape;482;p24"/>
          <p:cNvSpPr/>
          <p:nvPr/>
        </p:nvSpPr>
        <p:spPr>
          <a:xfrm>
            <a:off x="2579075" y="-2175"/>
            <a:ext cx="65649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Light"/>
              <a:ea typeface="Tomorrow Light"/>
              <a:cs typeface="Tomorrow Light"/>
              <a:sym typeface="Tomorrow Light"/>
            </a:endParaRPr>
          </a:p>
        </p:txBody>
      </p:sp>
      <p:sp>
        <p:nvSpPr>
          <p:cNvPr id="483" name="Google Shape;483;p24"/>
          <p:cNvSpPr/>
          <p:nvPr/>
        </p:nvSpPr>
        <p:spPr>
          <a:xfrm flipH="1" rot="10800000">
            <a:off x="-4825" y="-1050"/>
            <a:ext cx="2583900" cy="5152500"/>
          </a:xfrm>
          <a:prstGeom prst="snip1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484" name="Google Shape;484;p24"/>
          <p:cNvSpPr/>
          <p:nvPr/>
        </p:nvSpPr>
        <p:spPr>
          <a:xfrm flipH="1" rot="10800000">
            <a:off x="157175" y="0"/>
            <a:ext cx="2259900" cy="4890300"/>
          </a:xfrm>
          <a:prstGeom prst="snip1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485" name="Google Shape;485;p24"/>
          <p:cNvSpPr txBox="1"/>
          <p:nvPr>
            <p:ph type="title"/>
          </p:nvPr>
        </p:nvSpPr>
        <p:spPr>
          <a:xfrm>
            <a:off x="2924850" y="47115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1500"/>
              <a:buFont typeface="Tomorrow"/>
              <a:buNone/>
              <a:defRPr sz="1500"/>
            </a:lvl1pPr>
            <a:lvl2pPr lvl="1">
              <a:spcBef>
                <a:spcPts val="0"/>
              </a:spcBef>
              <a:spcAft>
                <a:spcPts val="0"/>
              </a:spcAft>
              <a:buSzPts val="1500"/>
              <a:buFont typeface="Tomorrow"/>
              <a:buNone/>
              <a:defRPr sz="1500"/>
            </a:lvl2pPr>
            <a:lvl3pPr lvl="2">
              <a:spcBef>
                <a:spcPts val="0"/>
              </a:spcBef>
              <a:spcAft>
                <a:spcPts val="0"/>
              </a:spcAft>
              <a:buSzPts val="1500"/>
              <a:buFont typeface="Tomorrow"/>
              <a:buNone/>
              <a:defRPr sz="1500"/>
            </a:lvl3pPr>
            <a:lvl4pPr lvl="3">
              <a:spcBef>
                <a:spcPts val="0"/>
              </a:spcBef>
              <a:spcAft>
                <a:spcPts val="0"/>
              </a:spcAft>
              <a:buSzPts val="1500"/>
              <a:buFont typeface="Tomorrow"/>
              <a:buNone/>
              <a:defRPr sz="1500"/>
            </a:lvl4pPr>
            <a:lvl5pPr lvl="4">
              <a:spcBef>
                <a:spcPts val="0"/>
              </a:spcBef>
              <a:spcAft>
                <a:spcPts val="0"/>
              </a:spcAft>
              <a:buSzPts val="1500"/>
              <a:buFont typeface="Tomorrow"/>
              <a:buNone/>
              <a:defRPr sz="1500"/>
            </a:lvl5pPr>
            <a:lvl6pPr lvl="5">
              <a:spcBef>
                <a:spcPts val="0"/>
              </a:spcBef>
              <a:spcAft>
                <a:spcPts val="0"/>
              </a:spcAft>
              <a:buSzPts val="1500"/>
              <a:buFont typeface="Tomorrow"/>
              <a:buNone/>
              <a:defRPr sz="1500"/>
            </a:lvl6pPr>
            <a:lvl7pPr lvl="6">
              <a:spcBef>
                <a:spcPts val="0"/>
              </a:spcBef>
              <a:spcAft>
                <a:spcPts val="0"/>
              </a:spcAft>
              <a:buSzPts val="1500"/>
              <a:buFont typeface="Tomorrow"/>
              <a:buNone/>
              <a:defRPr sz="1500"/>
            </a:lvl7pPr>
            <a:lvl8pPr lvl="7">
              <a:spcBef>
                <a:spcPts val="0"/>
              </a:spcBef>
              <a:spcAft>
                <a:spcPts val="0"/>
              </a:spcAft>
              <a:buSzPts val="1500"/>
              <a:buFont typeface="Tomorrow"/>
              <a:buNone/>
              <a:defRPr sz="1500"/>
            </a:lvl8pPr>
            <a:lvl9pPr lvl="8">
              <a:spcBef>
                <a:spcPts val="0"/>
              </a:spcBef>
              <a:spcAft>
                <a:spcPts val="0"/>
              </a:spcAft>
              <a:buSzPts val="1500"/>
              <a:buFont typeface="Tomorrow"/>
              <a:buNone/>
              <a:defRPr sz="1500"/>
            </a:lvl9pPr>
          </a:lstStyle>
          <a:p/>
        </p:txBody>
      </p:sp>
      <p:sp>
        <p:nvSpPr>
          <p:cNvPr id="486" name="Google Shape;486;p24"/>
          <p:cNvSpPr txBox="1"/>
          <p:nvPr>
            <p:ph idx="1" type="subTitle"/>
          </p:nvPr>
        </p:nvSpPr>
        <p:spPr>
          <a:xfrm>
            <a:off x="2924850" y="962325"/>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87" name="Google Shape;487;p24"/>
          <p:cNvSpPr txBox="1"/>
          <p:nvPr>
            <p:ph idx="2" type="subTitle"/>
          </p:nvPr>
        </p:nvSpPr>
        <p:spPr>
          <a:xfrm>
            <a:off x="2924850" y="267374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88" name="Google Shape;488;p24"/>
          <p:cNvSpPr txBox="1"/>
          <p:nvPr>
            <p:ph idx="3" type="title"/>
          </p:nvPr>
        </p:nvSpPr>
        <p:spPr>
          <a:xfrm>
            <a:off x="6038850" y="471150"/>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1500"/>
              <a:buFont typeface="Tomorrow"/>
              <a:buNone/>
              <a:defRPr sz="1500"/>
            </a:lvl1pPr>
            <a:lvl2pPr lvl="1">
              <a:spcBef>
                <a:spcPts val="0"/>
              </a:spcBef>
              <a:spcAft>
                <a:spcPts val="0"/>
              </a:spcAft>
              <a:buSzPts val="1500"/>
              <a:buFont typeface="Tomorrow"/>
              <a:buNone/>
              <a:defRPr sz="1500"/>
            </a:lvl2pPr>
            <a:lvl3pPr lvl="2">
              <a:spcBef>
                <a:spcPts val="0"/>
              </a:spcBef>
              <a:spcAft>
                <a:spcPts val="0"/>
              </a:spcAft>
              <a:buSzPts val="1500"/>
              <a:buFont typeface="Tomorrow"/>
              <a:buNone/>
              <a:defRPr sz="1500"/>
            </a:lvl3pPr>
            <a:lvl4pPr lvl="3">
              <a:spcBef>
                <a:spcPts val="0"/>
              </a:spcBef>
              <a:spcAft>
                <a:spcPts val="0"/>
              </a:spcAft>
              <a:buSzPts val="1500"/>
              <a:buFont typeface="Tomorrow"/>
              <a:buNone/>
              <a:defRPr sz="1500"/>
            </a:lvl4pPr>
            <a:lvl5pPr lvl="4">
              <a:spcBef>
                <a:spcPts val="0"/>
              </a:spcBef>
              <a:spcAft>
                <a:spcPts val="0"/>
              </a:spcAft>
              <a:buSzPts val="1500"/>
              <a:buFont typeface="Tomorrow"/>
              <a:buNone/>
              <a:defRPr sz="1500"/>
            </a:lvl5pPr>
            <a:lvl6pPr lvl="5">
              <a:spcBef>
                <a:spcPts val="0"/>
              </a:spcBef>
              <a:spcAft>
                <a:spcPts val="0"/>
              </a:spcAft>
              <a:buSzPts val="1500"/>
              <a:buFont typeface="Tomorrow"/>
              <a:buNone/>
              <a:defRPr sz="1500"/>
            </a:lvl6pPr>
            <a:lvl7pPr lvl="6">
              <a:spcBef>
                <a:spcPts val="0"/>
              </a:spcBef>
              <a:spcAft>
                <a:spcPts val="0"/>
              </a:spcAft>
              <a:buSzPts val="1500"/>
              <a:buFont typeface="Tomorrow"/>
              <a:buNone/>
              <a:defRPr sz="1500"/>
            </a:lvl7pPr>
            <a:lvl8pPr lvl="7">
              <a:spcBef>
                <a:spcPts val="0"/>
              </a:spcBef>
              <a:spcAft>
                <a:spcPts val="0"/>
              </a:spcAft>
              <a:buSzPts val="1500"/>
              <a:buFont typeface="Tomorrow"/>
              <a:buNone/>
              <a:defRPr sz="1500"/>
            </a:lvl8pPr>
            <a:lvl9pPr lvl="8">
              <a:spcBef>
                <a:spcPts val="0"/>
              </a:spcBef>
              <a:spcAft>
                <a:spcPts val="0"/>
              </a:spcAft>
              <a:buSzPts val="1500"/>
              <a:buFont typeface="Tomorrow"/>
              <a:buNone/>
              <a:defRPr sz="1500"/>
            </a:lvl9pPr>
          </a:lstStyle>
          <a:p/>
        </p:txBody>
      </p:sp>
      <p:sp>
        <p:nvSpPr>
          <p:cNvPr id="489" name="Google Shape;489;p24"/>
          <p:cNvSpPr txBox="1"/>
          <p:nvPr>
            <p:ph idx="4" type="subTitle"/>
          </p:nvPr>
        </p:nvSpPr>
        <p:spPr>
          <a:xfrm>
            <a:off x="6038850" y="962325"/>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0" name="Google Shape;490;p24"/>
          <p:cNvSpPr txBox="1"/>
          <p:nvPr>
            <p:ph idx="5" type="subTitle"/>
          </p:nvPr>
        </p:nvSpPr>
        <p:spPr>
          <a:xfrm>
            <a:off x="6038850" y="267374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1" name="Google Shape;491;p24"/>
          <p:cNvSpPr txBox="1"/>
          <p:nvPr>
            <p:ph idx="6" type="subTitle"/>
          </p:nvPr>
        </p:nvSpPr>
        <p:spPr>
          <a:xfrm>
            <a:off x="2924850" y="1384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2" name="Google Shape;492;p24"/>
          <p:cNvSpPr txBox="1"/>
          <p:nvPr>
            <p:ph idx="7" type="subTitle"/>
          </p:nvPr>
        </p:nvSpPr>
        <p:spPr>
          <a:xfrm>
            <a:off x="6038850" y="1384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3" name="Google Shape;493;p24"/>
          <p:cNvSpPr txBox="1"/>
          <p:nvPr>
            <p:ph idx="8" type="subTitle"/>
          </p:nvPr>
        </p:nvSpPr>
        <p:spPr>
          <a:xfrm>
            <a:off x="2924850" y="307335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4" name="Google Shape;494;p24"/>
          <p:cNvSpPr txBox="1"/>
          <p:nvPr>
            <p:ph idx="9" type="subTitle"/>
          </p:nvPr>
        </p:nvSpPr>
        <p:spPr>
          <a:xfrm>
            <a:off x="6038850" y="307335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495" name="Google Shape;495;p24"/>
          <p:cNvSpPr txBox="1"/>
          <p:nvPr>
            <p:ph idx="13" type="subTitle"/>
          </p:nvPr>
        </p:nvSpPr>
        <p:spPr>
          <a:xfrm>
            <a:off x="2807675"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grpSp>
        <p:nvGrpSpPr>
          <p:cNvPr id="496" name="Google Shape;496;p24"/>
          <p:cNvGrpSpPr/>
          <p:nvPr/>
        </p:nvGrpSpPr>
        <p:grpSpPr>
          <a:xfrm>
            <a:off x="347414" y="3546456"/>
            <a:ext cx="192709" cy="689901"/>
            <a:chOff x="1296100" y="1847100"/>
            <a:chExt cx="328350" cy="1175500"/>
          </a:xfrm>
        </p:grpSpPr>
        <p:sp>
          <p:nvSpPr>
            <p:cNvPr id="497" name="Google Shape;497;p24"/>
            <p:cNvSpPr/>
            <p:nvPr/>
          </p:nvSpPr>
          <p:spPr>
            <a:xfrm>
              <a:off x="1520050" y="18471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8" name="Google Shape;498;p24"/>
            <p:cNvSpPr/>
            <p:nvPr/>
          </p:nvSpPr>
          <p:spPr>
            <a:xfrm>
              <a:off x="1520050" y="20757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9" name="Google Shape;499;p24"/>
            <p:cNvSpPr/>
            <p:nvPr/>
          </p:nvSpPr>
          <p:spPr>
            <a:xfrm>
              <a:off x="1520050" y="23043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00" name="Google Shape;500;p24"/>
            <p:cNvSpPr/>
            <p:nvPr/>
          </p:nvSpPr>
          <p:spPr>
            <a:xfrm>
              <a:off x="1520050" y="25329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01" name="Google Shape;501;p24"/>
            <p:cNvSpPr/>
            <p:nvPr/>
          </p:nvSpPr>
          <p:spPr>
            <a:xfrm>
              <a:off x="1520050" y="2761500"/>
              <a:ext cx="80100" cy="80100"/>
            </a:xfrm>
            <a:prstGeom prst="ellipse">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502" name="Google Shape;502;p24"/>
            <p:cNvCxnSpPr/>
            <p:nvPr/>
          </p:nvCxnSpPr>
          <p:spPr>
            <a:xfrm>
              <a:off x="1296100" y="2344150"/>
              <a:ext cx="128700" cy="0"/>
            </a:xfrm>
            <a:prstGeom prst="straightConnector1">
              <a:avLst/>
            </a:prstGeom>
            <a:noFill/>
            <a:ln cap="flat" cmpd="sng" w="9525">
              <a:solidFill>
                <a:schemeClr val="accent4"/>
              </a:solidFill>
              <a:prstDash val="solid"/>
              <a:round/>
              <a:headEnd len="sm" w="sm" type="none"/>
              <a:tailEnd len="sm" w="sm" type="none"/>
            </a:ln>
          </p:spPr>
        </p:cxnSp>
        <p:cxnSp>
          <p:nvCxnSpPr>
            <p:cNvPr id="503" name="Google Shape;503;p24"/>
            <p:cNvCxnSpPr/>
            <p:nvPr/>
          </p:nvCxnSpPr>
          <p:spPr>
            <a:xfrm>
              <a:off x="1495750" y="3022600"/>
              <a:ext cx="128700" cy="0"/>
            </a:xfrm>
            <a:prstGeom prst="straightConnector1">
              <a:avLst/>
            </a:prstGeom>
            <a:noFill/>
            <a:ln cap="flat" cmpd="sng" w="9525">
              <a:solidFill>
                <a:schemeClr val="accent4"/>
              </a:solidFill>
              <a:prstDash val="solid"/>
              <a:round/>
              <a:headEnd len="sm" w="sm" type="none"/>
              <a:tailEnd len="sm" w="sm" type="none"/>
            </a:ln>
          </p:spPr>
        </p:cxnSp>
      </p:grpSp>
      <p:cxnSp>
        <p:nvCxnSpPr>
          <p:cNvPr id="504" name="Google Shape;504;p24"/>
          <p:cNvCxnSpPr/>
          <p:nvPr/>
        </p:nvCxnSpPr>
        <p:spPr>
          <a:xfrm>
            <a:off x="169250" y="4444362"/>
            <a:ext cx="367200" cy="0"/>
          </a:xfrm>
          <a:prstGeom prst="straightConnector1">
            <a:avLst/>
          </a:prstGeom>
          <a:noFill/>
          <a:ln cap="flat" cmpd="sng" w="9525">
            <a:solidFill>
              <a:schemeClr val="accent4"/>
            </a:solidFill>
            <a:prstDash val="solid"/>
            <a:round/>
            <a:headEnd len="sm" w="sm" type="none"/>
            <a:tailEnd len="sm" w="sm" type="none"/>
          </a:ln>
        </p:spPr>
      </p:cxnSp>
      <p:sp>
        <p:nvSpPr>
          <p:cNvPr id="505" name="Google Shape;505;p24"/>
          <p:cNvSpPr txBox="1"/>
          <p:nvPr>
            <p:ph idx="14" type="subTitle"/>
          </p:nvPr>
        </p:nvSpPr>
        <p:spPr>
          <a:xfrm>
            <a:off x="2924850" y="381979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6" name="Google Shape;506;p24"/>
          <p:cNvSpPr txBox="1"/>
          <p:nvPr>
            <p:ph idx="15" type="subTitle"/>
          </p:nvPr>
        </p:nvSpPr>
        <p:spPr>
          <a:xfrm>
            <a:off x="6038850" y="3819796"/>
            <a:ext cx="2787600" cy="39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7" name="Google Shape;507;p24"/>
          <p:cNvSpPr txBox="1"/>
          <p:nvPr>
            <p:ph idx="16" type="subTitle"/>
          </p:nvPr>
        </p:nvSpPr>
        <p:spPr>
          <a:xfrm>
            <a:off x="2924850" y="4219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8" name="Google Shape;508;p24"/>
          <p:cNvSpPr txBox="1"/>
          <p:nvPr>
            <p:ph idx="17" type="subTitle"/>
          </p:nvPr>
        </p:nvSpPr>
        <p:spPr>
          <a:xfrm>
            <a:off x="6038850" y="4219400"/>
            <a:ext cx="2787600" cy="3996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2pPr>
            <a:lvl3pPr lvl="2">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3pPr>
            <a:lvl4pPr lvl="3">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4pPr>
            <a:lvl5pPr lvl="4">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5pPr>
            <a:lvl6pPr lvl="5">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6pPr>
            <a:lvl7pPr lvl="6">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7pPr>
            <a:lvl8pPr lvl="7">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8pPr>
            <a:lvl9pPr lvl="8">
              <a:spcBef>
                <a:spcPts val="0"/>
              </a:spcBef>
              <a:spcAft>
                <a:spcPts val="0"/>
              </a:spcAft>
              <a:buClr>
                <a:schemeClr val="dk1"/>
              </a:buClr>
              <a:buSzPts val="1200"/>
              <a:buFont typeface="Nunito Sans Medium"/>
              <a:buNone/>
              <a:defRPr sz="1200">
                <a:solidFill>
                  <a:schemeClr val="dk1"/>
                </a:solidFill>
                <a:latin typeface="Nunito Sans Medium"/>
                <a:ea typeface="Nunito Sans Medium"/>
                <a:cs typeface="Nunito Sans Medium"/>
                <a:sym typeface="Nunito Sans Medium"/>
              </a:defRPr>
            </a:lvl9pPr>
          </a:lstStyle>
          <a:p/>
        </p:txBody>
      </p:sp>
      <p:sp>
        <p:nvSpPr>
          <p:cNvPr id="509" name="Google Shape;509;p24"/>
          <p:cNvSpPr txBox="1"/>
          <p:nvPr>
            <p:ph idx="18" type="ctrTitle"/>
          </p:nvPr>
        </p:nvSpPr>
        <p:spPr>
          <a:xfrm>
            <a:off x="335400" y="466575"/>
            <a:ext cx="1993800" cy="27375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cxnSp>
        <p:nvCxnSpPr>
          <p:cNvPr id="510" name="Google Shape;510;p24"/>
          <p:cNvCxnSpPr/>
          <p:nvPr/>
        </p:nvCxnSpPr>
        <p:spPr>
          <a:xfrm>
            <a:off x="8442394" y="-2206"/>
            <a:ext cx="0" cy="330000"/>
          </a:xfrm>
          <a:prstGeom prst="straightConnector1">
            <a:avLst/>
          </a:prstGeom>
          <a:noFill/>
          <a:ln cap="flat" cmpd="sng" w="9525">
            <a:solidFill>
              <a:schemeClr val="accent6"/>
            </a:solidFill>
            <a:prstDash val="solid"/>
            <a:round/>
            <a:headEnd len="sm" w="sm" type="none"/>
            <a:tailEnd len="sm" w="sm" type="none"/>
          </a:ln>
        </p:spPr>
      </p:cxnSp>
      <p:cxnSp>
        <p:nvCxnSpPr>
          <p:cNvPr id="511" name="Google Shape;511;p24"/>
          <p:cNvCxnSpPr/>
          <p:nvPr/>
        </p:nvCxnSpPr>
        <p:spPr>
          <a:xfrm>
            <a:off x="8801109" y="-2188"/>
            <a:ext cx="0" cy="330000"/>
          </a:xfrm>
          <a:prstGeom prst="straightConnector1">
            <a:avLst/>
          </a:prstGeom>
          <a:noFill/>
          <a:ln cap="flat" cmpd="sng" w="9525">
            <a:solidFill>
              <a:schemeClr val="accent6"/>
            </a:solidFill>
            <a:prstDash val="solid"/>
            <a:round/>
            <a:headEnd len="sm" w="sm" type="none"/>
            <a:tailEnd len="sm" w="sm" type="none"/>
          </a:ln>
        </p:spPr>
      </p:cxnSp>
      <p:sp>
        <p:nvSpPr>
          <p:cNvPr id="512" name="Google Shape;512;p2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13" name="Google Shape;513;p2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points">
  <p:cSld name="CUSTOM_10">
    <p:bg>
      <p:bgPr>
        <a:solidFill>
          <a:schemeClr val="lt2"/>
        </a:solidFill>
      </p:bgPr>
    </p:bg>
    <p:spTree>
      <p:nvGrpSpPr>
        <p:cNvPr id="514" name="Shape 514"/>
        <p:cNvGrpSpPr/>
        <p:nvPr/>
      </p:nvGrpSpPr>
      <p:grpSpPr>
        <a:xfrm>
          <a:off x="0" y="0"/>
          <a:ext cx="0" cy="0"/>
          <a:chOff x="0" y="0"/>
          <a:chExt cx="0" cy="0"/>
        </a:xfrm>
      </p:grpSpPr>
      <p:sp>
        <p:nvSpPr>
          <p:cNvPr id="515" name="Google Shape;515;p25"/>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6" name="Google Shape;516;p25"/>
          <p:cNvSpPr txBox="1"/>
          <p:nvPr>
            <p:ph idx="1" type="subTitle"/>
          </p:nvPr>
        </p:nvSpPr>
        <p:spPr>
          <a:xfrm>
            <a:off x="6717975" y="3853973"/>
            <a:ext cx="1932000" cy="1074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7" name="Google Shape;517;p25"/>
          <p:cNvSpPr txBox="1"/>
          <p:nvPr>
            <p:ph idx="2" type="subTitle"/>
          </p:nvPr>
        </p:nvSpPr>
        <p:spPr>
          <a:xfrm>
            <a:off x="4214300" y="3853950"/>
            <a:ext cx="2098500" cy="1074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8" name="Google Shape;518;p25"/>
          <p:cNvSpPr txBox="1"/>
          <p:nvPr>
            <p:ph idx="3" type="subTitle"/>
          </p:nvPr>
        </p:nvSpPr>
        <p:spPr>
          <a:xfrm>
            <a:off x="450650" y="1859575"/>
            <a:ext cx="3225600" cy="14769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19" name="Google Shape;519;p25"/>
          <p:cNvSpPr txBox="1"/>
          <p:nvPr>
            <p:ph idx="4" type="subTitle"/>
          </p:nvPr>
        </p:nvSpPr>
        <p:spPr>
          <a:xfrm>
            <a:off x="6717975" y="3446250"/>
            <a:ext cx="1790100" cy="3672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SemiBold"/>
              <a:buNone/>
              <a:defRPr sz="1200">
                <a:solidFill>
                  <a:schemeClr val="dk1"/>
                </a:solidFill>
                <a:latin typeface="Nunito Sans SemiBold"/>
                <a:ea typeface="Nunito Sans SemiBold"/>
                <a:cs typeface="Nunito Sans SemiBold"/>
                <a:sym typeface="Nunito Sans SemiBold"/>
              </a:defRPr>
            </a:lvl1pPr>
            <a:lvl2pPr lvl="1">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2pPr>
            <a:lvl3pPr lvl="2">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3pPr>
            <a:lvl4pPr lvl="3">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4pPr>
            <a:lvl5pPr lvl="4">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5pPr>
            <a:lvl6pPr lvl="5">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6pPr>
            <a:lvl7pPr lvl="6">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7pPr>
            <a:lvl8pPr lvl="7">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8pPr>
            <a:lvl9pPr lvl="8">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9pPr>
          </a:lstStyle>
          <a:p/>
        </p:txBody>
      </p:sp>
      <p:sp>
        <p:nvSpPr>
          <p:cNvPr id="520" name="Google Shape;520;p25"/>
          <p:cNvSpPr txBox="1"/>
          <p:nvPr>
            <p:ph idx="5" type="subTitle"/>
          </p:nvPr>
        </p:nvSpPr>
        <p:spPr>
          <a:xfrm>
            <a:off x="4214300" y="3446250"/>
            <a:ext cx="1790100" cy="3672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SemiBold"/>
              <a:buNone/>
              <a:defRPr sz="1200">
                <a:solidFill>
                  <a:schemeClr val="dk1"/>
                </a:solidFill>
                <a:latin typeface="Nunito Sans SemiBold"/>
                <a:ea typeface="Nunito Sans SemiBold"/>
                <a:cs typeface="Nunito Sans SemiBold"/>
                <a:sym typeface="Nunito Sans SemiBold"/>
              </a:defRPr>
            </a:lvl1pPr>
            <a:lvl2pPr lvl="1">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2pPr>
            <a:lvl3pPr lvl="2">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3pPr>
            <a:lvl4pPr lvl="3">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4pPr>
            <a:lvl5pPr lvl="4">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5pPr>
            <a:lvl6pPr lvl="5">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6pPr>
            <a:lvl7pPr lvl="6">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7pPr>
            <a:lvl8pPr lvl="7">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8pPr>
            <a:lvl9pPr lvl="8">
              <a:lnSpc>
                <a:spcPct val="100000"/>
              </a:lnSpc>
              <a:spcBef>
                <a:spcPts val="0"/>
              </a:spcBef>
              <a:spcAft>
                <a:spcPts val="0"/>
              </a:spcAft>
              <a:buClr>
                <a:schemeClr val="dk1"/>
              </a:buClr>
              <a:buSzPts val="1400"/>
              <a:buFont typeface="Nunito Sans SemiBold"/>
              <a:buNone/>
              <a:defRPr>
                <a:solidFill>
                  <a:schemeClr val="dk1"/>
                </a:solidFill>
                <a:latin typeface="Nunito Sans SemiBold"/>
                <a:ea typeface="Nunito Sans SemiBold"/>
                <a:cs typeface="Nunito Sans SemiBold"/>
                <a:sym typeface="Nunito Sans SemiBold"/>
              </a:defRPr>
            </a:lvl9pPr>
          </a:lstStyle>
          <a:p/>
        </p:txBody>
      </p:sp>
      <p:sp>
        <p:nvSpPr>
          <p:cNvPr id="521" name="Google Shape;521;p25"/>
          <p:cNvSpPr/>
          <p:nvPr>
            <p:ph idx="6" type="pic"/>
          </p:nvPr>
        </p:nvSpPr>
        <p:spPr>
          <a:xfrm>
            <a:off x="-4825" y="3339000"/>
            <a:ext cx="3681000" cy="1804500"/>
          </a:xfrm>
          <a:prstGeom prst="roundRect">
            <a:avLst>
              <a:gd fmla="val 0" name="adj"/>
            </a:avLst>
          </a:prstGeom>
          <a:noFill/>
          <a:ln>
            <a:noFill/>
          </a:ln>
        </p:spPr>
      </p:sp>
      <p:sp>
        <p:nvSpPr>
          <p:cNvPr id="522" name="Google Shape;522;p25"/>
          <p:cNvSpPr txBox="1"/>
          <p:nvPr>
            <p:ph idx="7"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grpSp>
        <p:nvGrpSpPr>
          <p:cNvPr id="523" name="Google Shape;523;p25"/>
          <p:cNvGrpSpPr/>
          <p:nvPr/>
        </p:nvGrpSpPr>
        <p:grpSpPr>
          <a:xfrm>
            <a:off x="8865471" y="98889"/>
            <a:ext cx="154148" cy="134734"/>
            <a:chOff x="8834250" y="614850"/>
            <a:chExt cx="221700" cy="193750"/>
          </a:xfrm>
        </p:grpSpPr>
        <p:cxnSp>
          <p:nvCxnSpPr>
            <p:cNvPr id="524" name="Google Shape;524;p25"/>
            <p:cNvCxnSpPr/>
            <p:nvPr/>
          </p:nvCxnSpPr>
          <p:spPr>
            <a:xfrm>
              <a:off x="8834250" y="614850"/>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525" name="Google Shape;525;p25"/>
            <p:cNvCxnSpPr/>
            <p:nvPr/>
          </p:nvCxnSpPr>
          <p:spPr>
            <a:xfrm>
              <a:off x="8834250" y="711725"/>
              <a:ext cx="221700" cy="0"/>
            </a:xfrm>
            <a:prstGeom prst="straightConnector1">
              <a:avLst/>
            </a:prstGeom>
            <a:noFill/>
            <a:ln cap="flat" cmpd="sng" w="19050">
              <a:solidFill>
                <a:schemeClr val="accent6"/>
              </a:solidFill>
              <a:prstDash val="solid"/>
              <a:round/>
              <a:headEnd len="sm" w="sm" type="none"/>
              <a:tailEnd len="sm" w="sm" type="none"/>
            </a:ln>
          </p:spPr>
        </p:cxnSp>
        <p:cxnSp>
          <p:nvCxnSpPr>
            <p:cNvPr id="526" name="Google Shape;526;p25"/>
            <p:cNvCxnSpPr/>
            <p:nvPr/>
          </p:nvCxnSpPr>
          <p:spPr>
            <a:xfrm>
              <a:off x="8834250" y="808600"/>
              <a:ext cx="221700" cy="0"/>
            </a:xfrm>
            <a:prstGeom prst="straightConnector1">
              <a:avLst/>
            </a:prstGeom>
            <a:noFill/>
            <a:ln cap="flat" cmpd="sng" w="19050">
              <a:solidFill>
                <a:schemeClr val="accent6"/>
              </a:solidFill>
              <a:prstDash val="solid"/>
              <a:round/>
              <a:headEnd len="sm" w="sm" type="none"/>
              <a:tailEnd len="sm" w="sm" type="none"/>
            </a:ln>
          </p:spPr>
        </p:cxnSp>
      </p:grpSp>
      <p:sp>
        <p:nvSpPr>
          <p:cNvPr id="527" name="Google Shape;527;p25"/>
          <p:cNvSpPr txBox="1"/>
          <p:nvPr>
            <p:ph type="ctrTitle"/>
          </p:nvPr>
        </p:nvSpPr>
        <p:spPr>
          <a:xfrm>
            <a:off x="335400" y="466575"/>
            <a:ext cx="3879000" cy="11757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columns">
  <p:cSld name="CUSTOM_4_2">
    <p:bg>
      <p:bgPr>
        <a:solidFill>
          <a:schemeClr val="lt2"/>
        </a:solidFill>
      </p:bgPr>
    </p:bg>
    <p:spTree>
      <p:nvGrpSpPr>
        <p:cNvPr id="528" name="Shape 528"/>
        <p:cNvGrpSpPr/>
        <p:nvPr/>
      </p:nvGrpSpPr>
      <p:grpSpPr>
        <a:xfrm>
          <a:off x="0" y="0"/>
          <a:ext cx="0" cy="0"/>
          <a:chOff x="0" y="0"/>
          <a:chExt cx="0" cy="0"/>
        </a:xfrm>
      </p:grpSpPr>
      <p:sp>
        <p:nvSpPr>
          <p:cNvPr id="529" name="Google Shape;529;p26"/>
          <p:cNvSpPr txBox="1"/>
          <p:nvPr>
            <p:ph idx="1" type="subTitle"/>
          </p:nvPr>
        </p:nvSpPr>
        <p:spPr>
          <a:xfrm>
            <a:off x="372875"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0" name="Google Shape;530;p26"/>
          <p:cNvSpPr txBox="1"/>
          <p:nvPr>
            <p:ph type="title"/>
          </p:nvPr>
        </p:nvSpPr>
        <p:spPr>
          <a:xfrm>
            <a:off x="372875"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1" name="Google Shape;531;p26"/>
          <p:cNvSpPr txBox="1"/>
          <p:nvPr>
            <p:ph idx="2" type="subTitle"/>
          </p:nvPr>
        </p:nvSpPr>
        <p:spPr>
          <a:xfrm>
            <a:off x="372875"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2" name="Google Shape;532;p26"/>
          <p:cNvSpPr txBox="1"/>
          <p:nvPr>
            <p:ph idx="3" type="subTitle"/>
          </p:nvPr>
        </p:nvSpPr>
        <p:spPr>
          <a:xfrm>
            <a:off x="2663825"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3" name="Google Shape;533;p26"/>
          <p:cNvSpPr txBox="1"/>
          <p:nvPr>
            <p:ph idx="4" type="title"/>
          </p:nvPr>
        </p:nvSpPr>
        <p:spPr>
          <a:xfrm>
            <a:off x="2663813"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4" name="Google Shape;534;p26"/>
          <p:cNvSpPr txBox="1"/>
          <p:nvPr>
            <p:ph idx="5" type="subTitle"/>
          </p:nvPr>
        </p:nvSpPr>
        <p:spPr>
          <a:xfrm>
            <a:off x="266382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5" name="Google Shape;535;p26"/>
          <p:cNvSpPr txBox="1"/>
          <p:nvPr>
            <p:ph idx="6" type="subTitle"/>
          </p:nvPr>
        </p:nvSpPr>
        <p:spPr>
          <a:xfrm>
            <a:off x="4940275" y="2177550"/>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6" name="Google Shape;536;p26"/>
          <p:cNvSpPr txBox="1"/>
          <p:nvPr>
            <p:ph idx="7" type="title"/>
          </p:nvPr>
        </p:nvSpPr>
        <p:spPr>
          <a:xfrm>
            <a:off x="4928588"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37" name="Google Shape;537;p26"/>
          <p:cNvSpPr txBox="1"/>
          <p:nvPr>
            <p:ph idx="8" type="subTitle"/>
          </p:nvPr>
        </p:nvSpPr>
        <p:spPr>
          <a:xfrm>
            <a:off x="492860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38" name="Google Shape;538;p26"/>
          <p:cNvSpPr txBox="1"/>
          <p:nvPr>
            <p:ph idx="9" type="subTitle"/>
          </p:nvPr>
        </p:nvSpPr>
        <p:spPr>
          <a:xfrm>
            <a:off x="7129550" y="2184425"/>
            <a:ext cx="1666200" cy="12639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2pPr>
            <a:lvl3pPr lvl="2">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3pPr>
            <a:lvl4pPr lvl="3">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4pPr>
            <a:lvl5pPr lvl="4">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5pPr>
            <a:lvl6pPr lvl="5">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6pPr>
            <a:lvl7pPr lvl="6">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7pPr>
            <a:lvl8pPr lvl="7">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8pPr>
            <a:lvl9pPr lvl="8">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9pPr>
          </a:lstStyle>
          <a:p/>
        </p:txBody>
      </p:sp>
      <p:sp>
        <p:nvSpPr>
          <p:cNvPr id="539" name="Google Shape;539;p26"/>
          <p:cNvSpPr txBox="1"/>
          <p:nvPr>
            <p:ph idx="13" type="title"/>
          </p:nvPr>
        </p:nvSpPr>
        <p:spPr>
          <a:xfrm>
            <a:off x="7129550" y="1301225"/>
            <a:ext cx="1666200" cy="480600"/>
          </a:xfrm>
          <a:prstGeom prst="rect">
            <a:avLst/>
          </a:prstGeom>
        </p:spPr>
        <p:txBody>
          <a:bodyPr anchorCtr="0" anchor="ctr" bIns="91425" lIns="0" spcFirstLastPara="1" rIns="91425" wrap="square" tIns="91425">
            <a:normAutofit/>
          </a:bodyPr>
          <a:lstStyle>
            <a:lvl1pPr lvl="0">
              <a:spcBef>
                <a:spcPts val="0"/>
              </a:spcBef>
              <a:spcAft>
                <a:spcPts val="0"/>
              </a:spcAft>
              <a:buSzPts val="3600"/>
              <a:buFont typeface="Tomorrow Light"/>
              <a:buNone/>
              <a:defRPr sz="3600">
                <a:latin typeface="Tomorrow Light"/>
                <a:ea typeface="Tomorrow Light"/>
                <a:cs typeface="Tomorrow Light"/>
                <a:sym typeface="Tomorrow Light"/>
              </a:defRPr>
            </a:lvl1pPr>
            <a:lvl2pPr lvl="1">
              <a:spcBef>
                <a:spcPts val="0"/>
              </a:spcBef>
              <a:spcAft>
                <a:spcPts val="0"/>
              </a:spcAft>
              <a:buSzPts val="3600"/>
              <a:buFont typeface="Tomorrow Light"/>
              <a:buNone/>
              <a:defRPr sz="3600">
                <a:latin typeface="Tomorrow Light"/>
                <a:ea typeface="Tomorrow Light"/>
                <a:cs typeface="Tomorrow Light"/>
                <a:sym typeface="Tomorrow Light"/>
              </a:defRPr>
            </a:lvl2pPr>
            <a:lvl3pPr lvl="2">
              <a:spcBef>
                <a:spcPts val="0"/>
              </a:spcBef>
              <a:spcAft>
                <a:spcPts val="0"/>
              </a:spcAft>
              <a:buSzPts val="3600"/>
              <a:buFont typeface="Tomorrow Light"/>
              <a:buNone/>
              <a:defRPr sz="3600">
                <a:latin typeface="Tomorrow Light"/>
                <a:ea typeface="Tomorrow Light"/>
                <a:cs typeface="Tomorrow Light"/>
                <a:sym typeface="Tomorrow Light"/>
              </a:defRPr>
            </a:lvl3pPr>
            <a:lvl4pPr lvl="3">
              <a:spcBef>
                <a:spcPts val="0"/>
              </a:spcBef>
              <a:spcAft>
                <a:spcPts val="0"/>
              </a:spcAft>
              <a:buSzPts val="3600"/>
              <a:buFont typeface="Tomorrow Light"/>
              <a:buNone/>
              <a:defRPr sz="3600">
                <a:latin typeface="Tomorrow Light"/>
                <a:ea typeface="Tomorrow Light"/>
                <a:cs typeface="Tomorrow Light"/>
                <a:sym typeface="Tomorrow Light"/>
              </a:defRPr>
            </a:lvl4pPr>
            <a:lvl5pPr lvl="4">
              <a:spcBef>
                <a:spcPts val="0"/>
              </a:spcBef>
              <a:spcAft>
                <a:spcPts val="0"/>
              </a:spcAft>
              <a:buSzPts val="3600"/>
              <a:buFont typeface="Tomorrow Light"/>
              <a:buNone/>
              <a:defRPr sz="3600">
                <a:latin typeface="Tomorrow Light"/>
                <a:ea typeface="Tomorrow Light"/>
                <a:cs typeface="Tomorrow Light"/>
                <a:sym typeface="Tomorrow Light"/>
              </a:defRPr>
            </a:lvl5pPr>
            <a:lvl6pPr lvl="5">
              <a:spcBef>
                <a:spcPts val="0"/>
              </a:spcBef>
              <a:spcAft>
                <a:spcPts val="0"/>
              </a:spcAft>
              <a:buSzPts val="3600"/>
              <a:buFont typeface="Tomorrow Light"/>
              <a:buNone/>
              <a:defRPr sz="3600">
                <a:latin typeface="Tomorrow Light"/>
                <a:ea typeface="Tomorrow Light"/>
                <a:cs typeface="Tomorrow Light"/>
                <a:sym typeface="Tomorrow Light"/>
              </a:defRPr>
            </a:lvl6pPr>
            <a:lvl7pPr lvl="6">
              <a:spcBef>
                <a:spcPts val="0"/>
              </a:spcBef>
              <a:spcAft>
                <a:spcPts val="0"/>
              </a:spcAft>
              <a:buSzPts val="3600"/>
              <a:buFont typeface="Tomorrow Light"/>
              <a:buNone/>
              <a:defRPr sz="3600">
                <a:latin typeface="Tomorrow Light"/>
                <a:ea typeface="Tomorrow Light"/>
                <a:cs typeface="Tomorrow Light"/>
                <a:sym typeface="Tomorrow Light"/>
              </a:defRPr>
            </a:lvl7pPr>
            <a:lvl8pPr lvl="7">
              <a:spcBef>
                <a:spcPts val="0"/>
              </a:spcBef>
              <a:spcAft>
                <a:spcPts val="0"/>
              </a:spcAft>
              <a:buSzPts val="3600"/>
              <a:buFont typeface="Tomorrow Light"/>
              <a:buNone/>
              <a:defRPr sz="3600">
                <a:latin typeface="Tomorrow Light"/>
                <a:ea typeface="Tomorrow Light"/>
                <a:cs typeface="Tomorrow Light"/>
                <a:sym typeface="Tomorrow Light"/>
              </a:defRPr>
            </a:lvl8pPr>
            <a:lvl9pPr lvl="8">
              <a:spcBef>
                <a:spcPts val="0"/>
              </a:spcBef>
              <a:spcAft>
                <a:spcPts val="0"/>
              </a:spcAft>
              <a:buSzPts val="3600"/>
              <a:buFont typeface="Tomorrow Light"/>
              <a:buNone/>
              <a:defRPr sz="3600">
                <a:latin typeface="Tomorrow Light"/>
                <a:ea typeface="Tomorrow Light"/>
                <a:cs typeface="Tomorrow Light"/>
                <a:sym typeface="Tomorrow Light"/>
              </a:defRPr>
            </a:lvl9pPr>
          </a:lstStyle>
          <a:p/>
        </p:txBody>
      </p:sp>
      <p:sp>
        <p:nvSpPr>
          <p:cNvPr id="540" name="Google Shape;540;p26"/>
          <p:cNvSpPr txBox="1"/>
          <p:nvPr>
            <p:ph idx="14" type="subTitle"/>
          </p:nvPr>
        </p:nvSpPr>
        <p:spPr>
          <a:xfrm>
            <a:off x="7129550" y="1860000"/>
            <a:ext cx="1666200" cy="265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000"/>
              <a:buFont typeface="Nunito Sans ExtraLight"/>
              <a:buNone/>
              <a:defRPr sz="1000">
                <a:solidFill>
                  <a:schemeClr val="dk1"/>
                </a:solidFill>
                <a:latin typeface="Nunito Sans ExtraLight"/>
                <a:ea typeface="Nunito Sans ExtraLight"/>
                <a:cs typeface="Nunito Sans ExtraLight"/>
                <a:sym typeface="Nunito Sans ExtraLight"/>
              </a:defRPr>
            </a:lvl9pPr>
          </a:lstStyle>
          <a:p/>
        </p:txBody>
      </p:sp>
      <p:sp>
        <p:nvSpPr>
          <p:cNvPr id="541" name="Google Shape;541;p26"/>
          <p:cNvSpPr txBox="1"/>
          <p:nvPr>
            <p:ph idx="15" type="subTitle"/>
          </p:nvPr>
        </p:nvSpPr>
        <p:spPr>
          <a:xfrm>
            <a:off x="0" y="0"/>
            <a:ext cx="3396600" cy="3324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cxnSp>
        <p:nvCxnSpPr>
          <p:cNvPr id="542" name="Google Shape;542;p26"/>
          <p:cNvCxnSpPr/>
          <p:nvPr/>
        </p:nvCxnSpPr>
        <p:spPr>
          <a:xfrm>
            <a:off x="0" y="1096150"/>
            <a:ext cx="9153600" cy="0"/>
          </a:xfrm>
          <a:prstGeom prst="straightConnector1">
            <a:avLst/>
          </a:prstGeom>
          <a:noFill/>
          <a:ln cap="flat" cmpd="sng" w="9525">
            <a:solidFill>
              <a:schemeClr val="lt1"/>
            </a:solidFill>
            <a:prstDash val="solid"/>
            <a:round/>
            <a:headEnd len="sm" w="sm" type="none"/>
            <a:tailEnd len="sm" w="sm" type="none"/>
          </a:ln>
        </p:spPr>
      </p:cxnSp>
      <p:grpSp>
        <p:nvGrpSpPr>
          <p:cNvPr id="543" name="Google Shape;543;p26"/>
          <p:cNvGrpSpPr/>
          <p:nvPr/>
        </p:nvGrpSpPr>
        <p:grpSpPr>
          <a:xfrm>
            <a:off x="8909059" y="117195"/>
            <a:ext cx="69607" cy="864320"/>
            <a:chOff x="1520050" y="1847100"/>
            <a:chExt cx="80100" cy="994500"/>
          </a:xfrm>
        </p:grpSpPr>
        <p:sp>
          <p:nvSpPr>
            <p:cNvPr id="544" name="Google Shape;544;p26"/>
            <p:cNvSpPr/>
            <p:nvPr/>
          </p:nvSpPr>
          <p:spPr>
            <a:xfrm>
              <a:off x="1520050" y="18471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45" name="Google Shape;545;p26"/>
            <p:cNvSpPr/>
            <p:nvPr/>
          </p:nvSpPr>
          <p:spPr>
            <a:xfrm>
              <a:off x="1520050" y="20757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46" name="Google Shape;546;p26"/>
            <p:cNvSpPr/>
            <p:nvPr/>
          </p:nvSpPr>
          <p:spPr>
            <a:xfrm>
              <a:off x="1520050" y="23043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547" name="Google Shape;547;p26"/>
            <p:cNvSpPr/>
            <p:nvPr/>
          </p:nvSpPr>
          <p:spPr>
            <a:xfrm>
              <a:off x="1520050" y="25329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548" name="Google Shape;548;p26"/>
            <p:cNvSpPr/>
            <p:nvPr/>
          </p:nvSpPr>
          <p:spPr>
            <a:xfrm>
              <a:off x="1520050" y="2761500"/>
              <a:ext cx="80100" cy="801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grpSp>
      <p:sp>
        <p:nvSpPr>
          <p:cNvPr id="549" name="Google Shape;549;p26"/>
          <p:cNvSpPr txBox="1"/>
          <p:nvPr>
            <p:ph idx="16" type="ctrTitle"/>
          </p:nvPr>
        </p:nvSpPr>
        <p:spPr>
          <a:xfrm>
            <a:off x="335400" y="466575"/>
            <a:ext cx="8189700" cy="7242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4 Pictures">
  <p:cSld name="CUSTOM_12">
    <p:bg>
      <p:bgPr>
        <a:solidFill>
          <a:schemeClr val="lt2"/>
        </a:solidFill>
      </p:bgPr>
    </p:bg>
    <p:spTree>
      <p:nvGrpSpPr>
        <p:cNvPr id="550" name="Shape 550"/>
        <p:cNvGrpSpPr/>
        <p:nvPr/>
      </p:nvGrpSpPr>
      <p:grpSpPr>
        <a:xfrm>
          <a:off x="0" y="0"/>
          <a:ext cx="0" cy="0"/>
          <a:chOff x="0" y="0"/>
          <a:chExt cx="0" cy="0"/>
        </a:xfrm>
      </p:grpSpPr>
      <p:sp>
        <p:nvSpPr>
          <p:cNvPr id="551" name="Google Shape;551;p27"/>
          <p:cNvSpPr txBox="1"/>
          <p:nvPr>
            <p:ph idx="1" type="subTitle"/>
          </p:nvPr>
        </p:nvSpPr>
        <p:spPr>
          <a:xfrm>
            <a:off x="50117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2" name="Google Shape;552;p27"/>
          <p:cNvSpPr txBox="1"/>
          <p:nvPr>
            <p:ph idx="2" type="subTitle"/>
          </p:nvPr>
        </p:nvSpPr>
        <p:spPr>
          <a:xfrm>
            <a:off x="2336550"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3" name="Google Shape;553;p27"/>
          <p:cNvSpPr txBox="1"/>
          <p:nvPr>
            <p:ph idx="3" type="subTitle"/>
          </p:nvPr>
        </p:nvSpPr>
        <p:spPr>
          <a:xfrm>
            <a:off x="462002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4" name="Google Shape;554;p27"/>
          <p:cNvSpPr txBox="1"/>
          <p:nvPr>
            <p:ph idx="4" type="subTitle"/>
          </p:nvPr>
        </p:nvSpPr>
        <p:spPr>
          <a:xfrm>
            <a:off x="6888025" y="1703075"/>
            <a:ext cx="1402800" cy="254100"/>
          </a:xfrm>
          <a:prstGeom prst="rect">
            <a:avLst/>
          </a:prstGeom>
        </p:spPr>
        <p:txBody>
          <a:bodyPr anchorCtr="0" anchor="b" bIns="36000" lIns="0" spcFirstLastPara="1" rIns="91425"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55" name="Google Shape;555;p27"/>
          <p:cNvSpPr/>
          <p:nvPr>
            <p:ph idx="5" type="pic"/>
          </p:nvPr>
        </p:nvSpPr>
        <p:spPr>
          <a:xfrm>
            <a:off x="0"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6" name="Google Shape;556;p27"/>
          <p:cNvSpPr/>
          <p:nvPr>
            <p:ph idx="6" type="pic"/>
          </p:nvPr>
        </p:nvSpPr>
        <p:spPr>
          <a:xfrm>
            <a:off x="2272081"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7" name="Google Shape;557;p27"/>
          <p:cNvSpPr/>
          <p:nvPr>
            <p:ph idx="7" type="pic"/>
          </p:nvPr>
        </p:nvSpPr>
        <p:spPr>
          <a:xfrm>
            <a:off x="4544269"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8" name="Google Shape;558;p27"/>
          <p:cNvSpPr/>
          <p:nvPr>
            <p:ph idx="8" type="pic"/>
          </p:nvPr>
        </p:nvSpPr>
        <p:spPr>
          <a:xfrm>
            <a:off x="6844075" y="1957175"/>
            <a:ext cx="2299800" cy="3186300"/>
          </a:xfrm>
          <a:prstGeom prst="roundRect">
            <a:avLst>
              <a:gd fmla="val 0" name="adj"/>
            </a:avLst>
          </a:prstGeom>
          <a:noFill/>
          <a:ln cap="flat" cmpd="sng" w="9525">
            <a:solidFill>
              <a:schemeClr val="accent5"/>
            </a:solidFill>
            <a:prstDash val="solid"/>
            <a:round/>
            <a:headEnd len="sm" w="sm" type="none"/>
            <a:tailEnd len="sm" w="sm" type="none"/>
          </a:ln>
        </p:spPr>
      </p:sp>
      <p:sp>
        <p:nvSpPr>
          <p:cNvPr id="559" name="Google Shape;559;p27"/>
          <p:cNvSpPr txBox="1"/>
          <p:nvPr>
            <p:ph type="ctrTitle"/>
          </p:nvPr>
        </p:nvSpPr>
        <p:spPr>
          <a:xfrm>
            <a:off x="335400" y="466575"/>
            <a:ext cx="8216400" cy="5523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60" name="Google Shape;560;p27"/>
          <p:cNvSpPr txBox="1"/>
          <p:nvPr>
            <p:ph idx="9" type="subTitle"/>
          </p:nvPr>
        </p:nvSpPr>
        <p:spPr>
          <a:xfrm>
            <a:off x="452975" y="1031775"/>
            <a:ext cx="3459300" cy="5061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561" name="Google Shape;561;p27"/>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62" name="Google Shape;562;p27"/>
          <p:cNvSpPr txBox="1"/>
          <p:nvPr>
            <p:ph idx="13"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63" name="Google Shape;563;p27"/>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564" name="Google Shape;564;p27"/>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565" name="Google Shape;565;p27"/>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566" name="Google Shape;566;p27"/>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x5 Pictures">
  <p:cSld name="CUSTOM_13">
    <p:bg>
      <p:bgPr>
        <a:solidFill>
          <a:schemeClr val="lt2"/>
        </a:solidFill>
      </p:bgPr>
    </p:bg>
    <p:spTree>
      <p:nvGrpSpPr>
        <p:cNvPr id="567" name="Shape 567"/>
        <p:cNvGrpSpPr/>
        <p:nvPr/>
      </p:nvGrpSpPr>
      <p:grpSpPr>
        <a:xfrm>
          <a:off x="0" y="0"/>
          <a:ext cx="0" cy="0"/>
          <a:chOff x="0" y="0"/>
          <a:chExt cx="0" cy="0"/>
        </a:xfrm>
      </p:grpSpPr>
      <p:sp>
        <p:nvSpPr>
          <p:cNvPr id="568" name="Google Shape;568;p28"/>
          <p:cNvSpPr/>
          <p:nvPr>
            <p:ph idx="2" type="pic"/>
          </p:nvPr>
        </p:nvSpPr>
        <p:spPr>
          <a:xfrm>
            <a:off x="4193325" y="327800"/>
            <a:ext cx="2474400" cy="2403900"/>
          </a:xfrm>
          <a:prstGeom prst="snip1Rect">
            <a:avLst>
              <a:gd fmla="val 16667" name="adj"/>
            </a:avLst>
          </a:prstGeom>
          <a:noFill/>
          <a:ln>
            <a:noFill/>
          </a:ln>
        </p:spPr>
      </p:sp>
      <p:sp>
        <p:nvSpPr>
          <p:cNvPr id="569" name="Google Shape;569;p28"/>
          <p:cNvSpPr/>
          <p:nvPr>
            <p:ph idx="3" type="pic"/>
          </p:nvPr>
        </p:nvSpPr>
        <p:spPr>
          <a:xfrm>
            <a:off x="4193325" y="2731623"/>
            <a:ext cx="2474400" cy="2403900"/>
          </a:xfrm>
          <a:prstGeom prst="snip1Rect">
            <a:avLst>
              <a:gd fmla="val 16667" name="adj"/>
            </a:avLst>
          </a:prstGeom>
          <a:noFill/>
          <a:ln>
            <a:noFill/>
          </a:ln>
        </p:spPr>
      </p:sp>
      <p:sp>
        <p:nvSpPr>
          <p:cNvPr id="570" name="Google Shape;570;p28"/>
          <p:cNvSpPr/>
          <p:nvPr>
            <p:ph idx="4" type="pic"/>
          </p:nvPr>
        </p:nvSpPr>
        <p:spPr>
          <a:xfrm>
            <a:off x="1706025" y="2731625"/>
            <a:ext cx="2487300" cy="2403900"/>
          </a:xfrm>
          <a:prstGeom prst="snip1Rect">
            <a:avLst>
              <a:gd fmla="val 16667" name="adj"/>
            </a:avLst>
          </a:prstGeom>
          <a:noFill/>
          <a:ln>
            <a:noFill/>
          </a:ln>
        </p:spPr>
      </p:sp>
      <p:sp>
        <p:nvSpPr>
          <p:cNvPr id="571" name="Google Shape;571;p28"/>
          <p:cNvSpPr/>
          <p:nvPr>
            <p:ph idx="5" type="pic"/>
          </p:nvPr>
        </p:nvSpPr>
        <p:spPr>
          <a:xfrm>
            <a:off x="6667725" y="327800"/>
            <a:ext cx="2474400" cy="2403900"/>
          </a:xfrm>
          <a:prstGeom prst="snip1Rect">
            <a:avLst>
              <a:gd fmla="val 16667" name="adj"/>
            </a:avLst>
          </a:prstGeom>
          <a:noFill/>
          <a:ln>
            <a:noFill/>
          </a:ln>
        </p:spPr>
      </p:sp>
      <p:sp>
        <p:nvSpPr>
          <p:cNvPr id="572" name="Google Shape;572;p28"/>
          <p:cNvSpPr/>
          <p:nvPr>
            <p:ph idx="6" type="pic"/>
          </p:nvPr>
        </p:nvSpPr>
        <p:spPr>
          <a:xfrm>
            <a:off x="6667725" y="2731623"/>
            <a:ext cx="2474400" cy="2403900"/>
          </a:xfrm>
          <a:prstGeom prst="snip1Rect">
            <a:avLst>
              <a:gd fmla="val 16667" name="adj"/>
            </a:avLst>
          </a:prstGeom>
          <a:noFill/>
          <a:ln>
            <a:noFill/>
          </a:ln>
        </p:spPr>
      </p:sp>
      <p:sp>
        <p:nvSpPr>
          <p:cNvPr id="573" name="Google Shape;573;p28"/>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74" name="Google Shape;574;p28"/>
          <p:cNvSpPr txBox="1"/>
          <p:nvPr>
            <p:ph idx="1"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75" name="Google Shape;575;p28"/>
          <p:cNvSpPr txBox="1"/>
          <p:nvPr>
            <p:ph type="ctrTitle"/>
          </p:nvPr>
        </p:nvSpPr>
        <p:spPr>
          <a:xfrm>
            <a:off x="335400" y="466575"/>
            <a:ext cx="3307500" cy="412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76" name="Google Shape;576;p28"/>
          <p:cNvSpPr txBox="1"/>
          <p:nvPr>
            <p:ph idx="7" type="subTitle"/>
          </p:nvPr>
        </p:nvSpPr>
        <p:spPr>
          <a:xfrm>
            <a:off x="452975" y="1031775"/>
            <a:ext cx="2289000" cy="632400"/>
          </a:xfrm>
          <a:prstGeom prst="rect">
            <a:avLst/>
          </a:prstGeom>
        </p:spPr>
        <p:txBody>
          <a:bodyPr anchorCtr="0" anchor="ctr" bIns="91425" lIns="0" spcFirstLastPara="1" rIns="91425" wrap="square" tIns="91425">
            <a:normAutofit/>
          </a:bodyPr>
          <a:lstStyle>
            <a:lvl1pPr lvl="0">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1pPr>
            <a:lvl2pPr lvl="1">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2pPr>
            <a:lvl3pPr lvl="2">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3pPr>
            <a:lvl4pPr lvl="3">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4pPr>
            <a:lvl5pPr lvl="4">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5pPr>
            <a:lvl6pPr lvl="5">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6pPr>
            <a:lvl7pPr lvl="6">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7pPr>
            <a:lvl8pPr lvl="7">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8pPr>
            <a:lvl9pPr lvl="8">
              <a:lnSpc>
                <a:spcPct val="100000"/>
              </a:lnSpc>
              <a:spcBef>
                <a:spcPts val="0"/>
              </a:spcBef>
              <a:spcAft>
                <a:spcPts val="0"/>
              </a:spcAft>
              <a:buClr>
                <a:schemeClr val="dk1"/>
              </a:buClr>
              <a:buSzPts val="1000"/>
              <a:buFont typeface="Nunito Sans Medium"/>
              <a:buNone/>
              <a:defRPr sz="1000">
                <a:solidFill>
                  <a:schemeClr val="dk1"/>
                </a:solidFill>
                <a:latin typeface="Nunito Sans Medium"/>
                <a:ea typeface="Nunito Sans Medium"/>
                <a:cs typeface="Nunito Sans Medium"/>
                <a:sym typeface="Nunito Sans Medium"/>
              </a:defRPr>
            </a:lvl9pPr>
          </a:lstStyle>
          <a:p/>
        </p:txBody>
      </p:sp>
      <p:sp>
        <p:nvSpPr>
          <p:cNvPr id="577" name="Google Shape;577;p28"/>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578" name="Google Shape;578;p28"/>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579" name="Google Shape;579;p28"/>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580" name="Google Shape;580;p28"/>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2">
  <p:cSld name="CUSTOM_15">
    <p:spTree>
      <p:nvGrpSpPr>
        <p:cNvPr id="581" name="Shape 581"/>
        <p:cNvGrpSpPr/>
        <p:nvPr/>
      </p:nvGrpSpPr>
      <p:grpSpPr>
        <a:xfrm>
          <a:off x="0" y="0"/>
          <a:ext cx="0" cy="0"/>
          <a:chOff x="0" y="0"/>
          <a:chExt cx="0" cy="0"/>
        </a:xfrm>
      </p:grpSpPr>
      <p:sp>
        <p:nvSpPr>
          <p:cNvPr id="582" name="Google Shape;582;p29"/>
          <p:cNvSpPr txBox="1"/>
          <p:nvPr>
            <p:ph idx="1" type="subTitle"/>
          </p:nvPr>
        </p:nvSpPr>
        <p:spPr>
          <a:xfrm>
            <a:off x="455437" y="2809975"/>
            <a:ext cx="19248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3" name="Google Shape;583;p29"/>
          <p:cNvSpPr txBox="1"/>
          <p:nvPr>
            <p:ph idx="2" type="subTitle"/>
          </p:nvPr>
        </p:nvSpPr>
        <p:spPr>
          <a:xfrm>
            <a:off x="455437" y="1848950"/>
            <a:ext cx="1924800" cy="604800"/>
          </a:xfrm>
          <a:prstGeom prst="rect">
            <a:avLst/>
          </a:prstGeom>
        </p:spPr>
        <p:txBody>
          <a:bodyPr anchorCtr="0" anchor="t" bIns="91425" lIns="108000" spcFirstLastPara="1" rIns="91425" wrap="square" tIns="91425">
            <a:normAutofit/>
          </a:bodyPr>
          <a:lstStyle>
            <a:lvl1pPr lvl="0">
              <a:spcBef>
                <a:spcPts val="0"/>
              </a:spcBef>
              <a:spcAft>
                <a:spcPts val="0"/>
              </a:spcAft>
              <a:buClr>
                <a:schemeClr val="accent2"/>
              </a:buClr>
              <a:buSzPts val="1000"/>
              <a:buFont typeface="Nunito Sans"/>
              <a:buNone/>
              <a:defRPr b="1" sz="1000">
                <a:solidFill>
                  <a:schemeClr val="accent2"/>
                </a:solidFill>
              </a:defRPr>
            </a:lvl1pPr>
            <a:lvl2pPr lvl="1">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9pPr>
          </a:lstStyle>
          <a:p/>
        </p:txBody>
      </p:sp>
      <p:sp>
        <p:nvSpPr>
          <p:cNvPr id="584" name="Google Shape;584;p29"/>
          <p:cNvSpPr txBox="1"/>
          <p:nvPr>
            <p:ph idx="3" type="subTitle"/>
          </p:nvPr>
        </p:nvSpPr>
        <p:spPr>
          <a:xfrm>
            <a:off x="4689125" y="1176050"/>
            <a:ext cx="4032000" cy="327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85" name="Google Shape;585;p29"/>
          <p:cNvSpPr txBox="1"/>
          <p:nvPr>
            <p:ph idx="4" type="subTitle"/>
          </p:nvPr>
        </p:nvSpPr>
        <p:spPr>
          <a:xfrm>
            <a:off x="2537528" y="2809975"/>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6" name="Google Shape;586;p29"/>
          <p:cNvSpPr txBox="1"/>
          <p:nvPr>
            <p:ph idx="5" type="subTitle"/>
          </p:nvPr>
        </p:nvSpPr>
        <p:spPr>
          <a:xfrm>
            <a:off x="452852" y="3821500"/>
            <a:ext cx="19248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7" name="Google Shape;587;p29"/>
          <p:cNvSpPr txBox="1"/>
          <p:nvPr>
            <p:ph idx="6" type="subTitle"/>
          </p:nvPr>
        </p:nvSpPr>
        <p:spPr>
          <a:xfrm>
            <a:off x="2534913" y="3821500"/>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8" name="Google Shape;588;p29"/>
          <p:cNvSpPr txBox="1"/>
          <p:nvPr>
            <p:ph idx="7" type="subTitle"/>
          </p:nvPr>
        </p:nvSpPr>
        <p:spPr>
          <a:xfrm>
            <a:off x="2537528" y="1848950"/>
            <a:ext cx="19473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89" name="Google Shape;589;p29"/>
          <p:cNvSpPr txBox="1"/>
          <p:nvPr>
            <p:ph idx="8" type="subTitle"/>
          </p:nvPr>
        </p:nvSpPr>
        <p:spPr>
          <a:xfrm>
            <a:off x="4665201" y="2808425"/>
            <a:ext cx="20115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0" name="Google Shape;590;p29"/>
          <p:cNvSpPr txBox="1"/>
          <p:nvPr>
            <p:ph idx="9" type="subTitle"/>
          </p:nvPr>
        </p:nvSpPr>
        <p:spPr>
          <a:xfrm>
            <a:off x="4665201" y="1847400"/>
            <a:ext cx="2011500" cy="604800"/>
          </a:xfrm>
          <a:prstGeom prst="rect">
            <a:avLst/>
          </a:prstGeom>
        </p:spPr>
        <p:txBody>
          <a:bodyPr anchorCtr="0" anchor="t" bIns="91425" lIns="108000" spcFirstLastPara="1" rIns="91425" wrap="square" tIns="91425">
            <a:normAutofit/>
          </a:bodyPr>
          <a:lstStyle>
            <a:lvl1pPr lvl="0">
              <a:spcBef>
                <a:spcPts val="0"/>
              </a:spcBef>
              <a:spcAft>
                <a:spcPts val="0"/>
              </a:spcAft>
              <a:buClr>
                <a:schemeClr val="accent2"/>
              </a:buClr>
              <a:buSzPts val="1000"/>
              <a:buFont typeface="Nunito Sans"/>
              <a:buNone/>
              <a:defRPr b="1" sz="1000">
                <a:solidFill>
                  <a:schemeClr val="accent2"/>
                </a:solidFill>
              </a:defRPr>
            </a:lvl1pPr>
            <a:lvl2pPr lvl="1">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accent2"/>
              </a:buClr>
              <a:buSzPts val="1000"/>
              <a:buFont typeface="Nunito Sans ExtraLight"/>
              <a:buNone/>
              <a:defRPr sz="1000">
                <a:solidFill>
                  <a:schemeClr val="accent2"/>
                </a:solidFill>
                <a:latin typeface="Nunito Sans ExtraLight"/>
                <a:ea typeface="Nunito Sans ExtraLight"/>
                <a:cs typeface="Nunito Sans ExtraLight"/>
                <a:sym typeface="Nunito Sans ExtraLight"/>
              </a:defRPr>
            </a:lvl9pPr>
          </a:lstStyle>
          <a:p/>
        </p:txBody>
      </p:sp>
      <p:sp>
        <p:nvSpPr>
          <p:cNvPr id="591" name="Google Shape;591;p29"/>
          <p:cNvSpPr txBox="1"/>
          <p:nvPr>
            <p:ph idx="13" type="subTitle"/>
          </p:nvPr>
        </p:nvSpPr>
        <p:spPr>
          <a:xfrm>
            <a:off x="6816929" y="2808425"/>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2" name="Google Shape;592;p29"/>
          <p:cNvSpPr txBox="1"/>
          <p:nvPr>
            <p:ph idx="14" type="subTitle"/>
          </p:nvPr>
        </p:nvSpPr>
        <p:spPr>
          <a:xfrm>
            <a:off x="4662500" y="3819950"/>
            <a:ext cx="20115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3" name="Google Shape;593;p29"/>
          <p:cNvSpPr txBox="1"/>
          <p:nvPr>
            <p:ph idx="15" type="subTitle"/>
          </p:nvPr>
        </p:nvSpPr>
        <p:spPr>
          <a:xfrm>
            <a:off x="6814352" y="3819950"/>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4" name="Google Shape;594;p29"/>
          <p:cNvSpPr txBox="1"/>
          <p:nvPr>
            <p:ph idx="16" type="subTitle"/>
          </p:nvPr>
        </p:nvSpPr>
        <p:spPr>
          <a:xfrm>
            <a:off x="6816929" y="1847400"/>
            <a:ext cx="1919400" cy="741900"/>
          </a:xfrm>
          <a:prstGeom prst="rect">
            <a:avLst/>
          </a:prstGeom>
        </p:spPr>
        <p:txBody>
          <a:bodyPr anchorCtr="0" anchor="t" bIns="91425" lIns="108000" spcFirstLastPara="1" rIns="91425" wrap="square" tIns="91425">
            <a:normAutofit/>
          </a:bodyPr>
          <a:lstStyle>
            <a:lvl1pPr lvl="0">
              <a:spcBef>
                <a:spcPts val="0"/>
              </a:spcBef>
              <a:spcAft>
                <a:spcPts val="0"/>
              </a:spcAft>
              <a:buSzPts val="1000"/>
              <a:buFont typeface="Nunito Sans Light"/>
              <a:buNone/>
              <a:defRPr sz="1000">
                <a:latin typeface="Nunito Sans Light"/>
                <a:ea typeface="Nunito Sans Light"/>
                <a:cs typeface="Nunito Sans Light"/>
                <a:sym typeface="Nunito Sans Light"/>
              </a:defRPr>
            </a:lvl1pPr>
            <a:lvl2pPr lvl="1">
              <a:spcBef>
                <a:spcPts val="0"/>
              </a:spcBef>
              <a:spcAft>
                <a:spcPts val="0"/>
              </a:spcAft>
              <a:buSzPts val="1000"/>
              <a:buFont typeface="Nunito Sans Light"/>
              <a:buNone/>
              <a:defRPr sz="1000">
                <a:latin typeface="Nunito Sans Light"/>
                <a:ea typeface="Nunito Sans Light"/>
                <a:cs typeface="Nunito Sans Light"/>
                <a:sym typeface="Nunito Sans Light"/>
              </a:defRPr>
            </a:lvl2pPr>
            <a:lvl3pPr lvl="2">
              <a:spcBef>
                <a:spcPts val="0"/>
              </a:spcBef>
              <a:spcAft>
                <a:spcPts val="0"/>
              </a:spcAft>
              <a:buSzPts val="1000"/>
              <a:buFont typeface="Nunito Sans Light"/>
              <a:buNone/>
              <a:defRPr sz="1000">
                <a:latin typeface="Nunito Sans Light"/>
                <a:ea typeface="Nunito Sans Light"/>
                <a:cs typeface="Nunito Sans Light"/>
                <a:sym typeface="Nunito Sans Light"/>
              </a:defRPr>
            </a:lvl3pPr>
            <a:lvl4pPr lvl="3">
              <a:spcBef>
                <a:spcPts val="0"/>
              </a:spcBef>
              <a:spcAft>
                <a:spcPts val="0"/>
              </a:spcAft>
              <a:buSzPts val="1000"/>
              <a:buFont typeface="Nunito Sans Light"/>
              <a:buNone/>
              <a:defRPr sz="1000">
                <a:latin typeface="Nunito Sans Light"/>
                <a:ea typeface="Nunito Sans Light"/>
                <a:cs typeface="Nunito Sans Light"/>
                <a:sym typeface="Nunito Sans Light"/>
              </a:defRPr>
            </a:lvl4pPr>
            <a:lvl5pPr lvl="4">
              <a:spcBef>
                <a:spcPts val="0"/>
              </a:spcBef>
              <a:spcAft>
                <a:spcPts val="0"/>
              </a:spcAft>
              <a:buSzPts val="1000"/>
              <a:buFont typeface="Nunito Sans Light"/>
              <a:buNone/>
              <a:defRPr sz="1000">
                <a:latin typeface="Nunito Sans Light"/>
                <a:ea typeface="Nunito Sans Light"/>
                <a:cs typeface="Nunito Sans Light"/>
                <a:sym typeface="Nunito Sans Light"/>
              </a:defRPr>
            </a:lvl5pPr>
            <a:lvl6pPr lvl="5">
              <a:spcBef>
                <a:spcPts val="0"/>
              </a:spcBef>
              <a:spcAft>
                <a:spcPts val="0"/>
              </a:spcAft>
              <a:buSzPts val="1000"/>
              <a:buFont typeface="Nunito Sans Light"/>
              <a:buNone/>
              <a:defRPr sz="1000">
                <a:latin typeface="Nunito Sans Light"/>
                <a:ea typeface="Nunito Sans Light"/>
                <a:cs typeface="Nunito Sans Light"/>
                <a:sym typeface="Nunito Sans Light"/>
              </a:defRPr>
            </a:lvl6pPr>
            <a:lvl7pPr lvl="6">
              <a:spcBef>
                <a:spcPts val="0"/>
              </a:spcBef>
              <a:spcAft>
                <a:spcPts val="0"/>
              </a:spcAft>
              <a:buSzPts val="1000"/>
              <a:buFont typeface="Nunito Sans Light"/>
              <a:buNone/>
              <a:defRPr sz="1000">
                <a:latin typeface="Nunito Sans Light"/>
                <a:ea typeface="Nunito Sans Light"/>
                <a:cs typeface="Nunito Sans Light"/>
                <a:sym typeface="Nunito Sans Light"/>
              </a:defRPr>
            </a:lvl7pPr>
            <a:lvl8pPr lvl="7">
              <a:spcBef>
                <a:spcPts val="0"/>
              </a:spcBef>
              <a:spcAft>
                <a:spcPts val="0"/>
              </a:spcAft>
              <a:buSzPts val="1000"/>
              <a:buFont typeface="Nunito Sans Light"/>
              <a:buNone/>
              <a:defRPr sz="1000">
                <a:latin typeface="Nunito Sans Light"/>
                <a:ea typeface="Nunito Sans Light"/>
                <a:cs typeface="Nunito Sans Light"/>
                <a:sym typeface="Nunito Sans Light"/>
              </a:defRPr>
            </a:lvl8pPr>
            <a:lvl9pPr lvl="8">
              <a:spcBef>
                <a:spcPts val="0"/>
              </a:spcBef>
              <a:spcAft>
                <a:spcPts val="0"/>
              </a:spcAft>
              <a:buSzPts val="1000"/>
              <a:buFont typeface="Nunito Sans Light"/>
              <a:buNone/>
              <a:defRPr sz="1000">
                <a:latin typeface="Nunito Sans Light"/>
                <a:ea typeface="Nunito Sans Light"/>
                <a:cs typeface="Nunito Sans Light"/>
                <a:sym typeface="Nunito Sans Light"/>
              </a:defRPr>
            </a:lvl9pPr>
          </a:lstStyle>
          <a:p/>
        </p:txBody>
      </p:sp>
      <p:sp>
        <p:nvSpPr>
          <p:cNvPr id="595" name="Google Shape;595;p29"/>
          <p:cNvSpPr txBox="1"/>
          <p:nvPr>
            <p:ph idx="17" type="subTitle"/>
          </p:nvPr>
        </p:nvSpPr>
        <p:spPr>
          <a:xfrm>
            <a:off x="452850" y="1176050"/>
            <a:ext cx="4083300" cy="327300"/>
          </a:xfrm>
          <a:prstGeom prst="rect">
            <a:avLst/>
          </a:prstGeom>
        </p:spPr>
        <p:txBody>
          <a:bodyPr anchorCtr="0" anchor="t" bIns="91425" lIns="0" spcFirstLastPara="1" rIns="91425" wrap="square" tIns="91425">
            <a:normAutofit/>
          </a:bodyPr>
          <a:lstStyle>
            <a:lvl1pPr lvl="0">
              <a:spcBef>
                <a:spcPts val="0"/>
              </a:spcBef>
              <a:spcAft>
                <a:spcPts val="0"/>
              </a:spcAft>
              <a:buClr>
                <a:schemeClr val="dk1"/>
              </a:buClr>
              <a:buSzPts val="1200"/>
              <a:buFont typeface="Nunito Sans"/>
              <a:buNone/>
              <a:defRPr b="1" sz="12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596" name="Google Shape;596;p29"/>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597" name="Google Shape;597;p29"/>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98" name="Google Shape;598;p29"/>
          <p:cNvSpPr txBox="1"/>
          <p:nvPr>
            <p:ph idx="18"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599" name="Google Shape;599;p29"/>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00" name="Google Shape;600;p29"/>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01" name="Google Shape;601;p29"/>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02" name="Google Shape;602;p29"/>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 Alt1">
  <p:cSld name="CUSTOM_16">
    <p:bg>
      <p:bgPr>
        <a:solidFill>
          <a:schemeClr val="accent4"/>
        </a:solidFill>
      </p:bgPr>
    </p:bg>
    <p:spTree>
      <p:nvGrpSpPr>
        <p:cNvPr id="603" name="Shape 603"/>
        <p:cNvGrpSpPr/>
        <p:nvPr/>
      </p:nvGrpSpPr>
      <p:grpSpPr>
        <a:xfrm>
          <a:off x="0" y="0"/>
          <a:ext cx="0" cy="0"/>
          <a:chOff x="0" y="0"/>
          <a:chExt cx="0" cy="0"/>
        </a:xfrm>
      </p:grpSpPr>
      <p:pic>
        <p:nvPicPr>
          <p:cNvPr descr="Three people meeting in a bright office" id="604" name="Google Shape;604;p30"/>
          <p:cNvPicPr preferRelativeResize="0"/>
          <p:nvPr/>
        </p:nvPicPr>
        <p:blipFill rotWithShape="1">
          <a:blip r:embed="rId2">
            <a:alphaModFix amt="15000"/>
          </a:blip>
          <a:srcRect b="15684" l="9412" r="0" t="9521"/>
          <a:stretch/>
        </p:blipFill>
        <p:spPr>
          <a:xfrm>
            <a:off x="11061" y="0"/>
            <a:ext cx="9132815" cy="5137201"/>
          </a:xfrm>
          <a:prstGeom prst="rect">
            <a:avLst/>
          </a:prstGeom>
          <a:noFill/>
          <a:ln>
            <a:noFill/>
          </a:ln>
        </p:spPr>
      </p:pic>
      <p:sp>
        <p:nvSpPr>
          <p:cNvPr id="605" name="Google Shape;605;p30"/>
          <p:cNvSpPr txBox="1"/>
          <p:nvPr>
            <p:ph idx="1" type="subTitle"/>
          </p:nvPr>
        </p:nvSpPr>
        <p:spPr>
          <a:xfrm>
            <a:off x="3792750" y="813450"/>
            <a:ext cx="2725800" cy="1402200"/>
          </a:xfrm>
          <a:prstGeom prst="rect">
            <a:avLst/>
          </a:prstGeom>
        </p:spPr>
        <p:txBody>
          <a:bodyPr anchorCtr="0" anchor="b" bIns="91425" lIns="0" spcFirstLastPara="1" rIns="91425" wrap="square" tIns="91425">
            <a:normAutofit/>
          </a:bodyPr>
          <a:lstStyle>
            <a:lvl1pPr lvl="0">
              <a:lnSpc>
                <a:spcPct val="100000"/>
              </a:lnSpc>
              <a:spcBef>
                <a:spcPts val="0"/>
              </a:spcBef>
              <a:spcAft>
                <a:spcPts val="0"/>
              </a:spcAft>
              <a:buClr>
                <a:schemeClr val="dk1"/>
              </a:buClr>
              <a:buSzPts val="2300"/>
              <a:buFont typeface="Tomorrow Light"/>
              <a:buNone/>
              <a:defRPr sz="2300">
                <a:solidFill>
                  <a:schemeClr val="dk1"/>
                </a:solidFill>
                <a:latin typeface="Tomorrow Light"/>
                <a:ea typeface="Tomorrow Light"/>
                <a:cs typeface="Tomorrow Light"/>
                <a:sym typeface="Tomorrow Light"/>
              </a:defRPr>
            </a:lvl1pPr>
            <a:lvl2pPr lvl="1">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2pPr>
            <a:lvl3pPr lvl="2">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3pPr>
            <a:lvl4pPr lvl="3">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4pPr>
            <a:lvl5pPr lvl="4">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5pPr>
            <a:lvl6pPr lvl="5">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6pPr>
            <a:lvl7pPr lvl="6">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7pPr>
            <a:lvl8pPr lvl="7">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8pPr>
            <a:lvl9pPr lvl="8">
              <a:lnSpc>
                <a:spcPct val="100000"/>
              </a:lnSpc>
              <a:spcBef>
                <a:spcPts val="0"/>
              </a:spcBef>
              <a:spcAft>
                <a:spcPts val="0"/>
              </a:spcAft>
              <a:buClr>
                <a:schemeClr val="dk1"/>
              </a:buClr>
              <a:buSzPts val="2300"/>
              <a:buFont typeface="Tomorrow"/>
              <a:buNone/>
              <a:defRPr sz="2300">
                <a:solidFill>
                  <a:schemeClr val="dk1"/>
                </a:solidFill>
                <a:latin typeface="Tomorrow"/>
                <a:ea typeface="Tomorrow"/>
                <a:cs typeface="Tomorrow"/>
                <a:sym typeface="Tomorrow"/>
              </a:defRPr>
            </a:lvl9pPr>
          </a:lstStyle>
          <a:p/>
        </p:txBody>
      </p:sp>
      <p:cxnSp>
        <p:nvCxnSpPr>
          <p:cNvPr id="606" name="Google Shape;606;p30"/>
          <p:cNvCxnSpPr/>
          <p:nvPr/>
        </p:nvCxnSpPr>
        <p:spPr>
          <a:xfrm>
            <a:off x="3564800" y="-9550"/>
            <a:ext cx="0" cy="5137200"/>
          </a:xfrm>
          <a:prstGeom prst="straightConnector1">
            <a:avLst/>
          </a:prstGeom>
          <a:noFill/>
          <a:ln cap="flat" cmpd="sng" w="9525">
            <a:solidFill>
              <a:schemeClr val="dk2"/>
            </a:solidFill>
            <a:prstDash val="solid"/>
            <a:round/>
            <a:headEnd len="sm" w="sm" type="none"/>
            <a:tailEnd len="sm" w="sm" type="none"/>
          </a:ln>
        </p:spPr>
      </p:cxnSp>
      <p:cxnSp>
        <p:nvCxnSpPr>
          <p:cNvPr id="607" name="Google Shape;607;p30"/>
          <p:cNvCxnSpPr/>
          <p:nvPr/>
        </p:nvCxnSpPr>
        <p:spPr>
          <a:xfrm>
            <a:off x="3590600" y="4700200"/>
            <a:ext cx="5116500" cy="0"/>
          </a:xfrm>
          <a:prstGeom prst="straightConnector1">
            <a:avLst/>
          </a:prstGeom>
          <a:noFill/>
          <a:ln cap="flat" cmpd="sng" w="9525">
            <a:solidFill>
              <a:schemeClr val="dk2"/>
            </a:solidFill>
            <a:prstDash val="solid"/>
            <a:round/>
            <a:headEnd len="sm" w="sm" type="none"/>
            <a:tailEnd len="sm" w="sm" type="none"/>
          </a:ln>
        </p:spPr>
      </p:cxnSp>
      <p:cxnSp>
        <p:nvCxnSpPr>
          <p:cNvPr id="608" name="Google Shape;608;p30"/>
          <p:cNvCxnSpPr/>
          <p:nvPr/>
        </p:nvCxnSpPr>
        <p:spPr>
          <a:xfrm rot="10800000">
            <a:off x="8705825" y="2353400"/>
            <a:ext cx="0" cy="2345400"/>
          </a:xfrm>
          <a:prstGeom prst="straightConnector1">
            <a:avLst/>
          </a:prstGeom>
          <a:noFill/>
          <a:ln cap="flat" cmpd="sng" w="9525">
            <a:solidFill>
              <a:schemeClr val="dk2"/>
            </a:solidFill>
            <a:prstDash val="solid"/>
            <a:round/>
            <a:headEnd len="sm" w="sm" type="none"/>
            <a:tailEnd len="sm" w="sm" type="none"/>
          </a:ln>
        </p:spPr>
      </p:cxnSp>
      <p:sp>
        <p:nvSpPr>
          <p:cNvPr id="609" name="Google Shape;609;p30"/>
          <p:cNvSpPr/>
          <p:nvPr/>
        </p:nvSpPr>
        <p:spPr>
          <a:xfrm>
            <a:off x="8653475" y="4647850"/>
            <a:ext cx="104700" cy="10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cxnSp>
        <p:nvCxnSpPr>
          <p:cNvPr id="610" name="Google Shape;610;p30"/>
          <p:cNvCxnSpPr/>
          <p:nvPr/>
        </p:nvCxnSpPr>
        <p:spPr>
          <a:xfrm rot="10800000">
            <a:off x="-6350" y="2301050"/>
            <a:ext cx="8709900" cy="0"/>
          </a:xfrm>
          <a:prstGeom prst="straightConnector1">
            <a:avLst/>
          </a:prstGeom>
          <a:noFill/>
          <a:ln cap="flat" cmpd="sng" w="9525">
            <a:solidFill>
              <a:schemeClr val="dk2"/>
            </a:solidFill>
            <a:prstDash val="solid"/>
            <a:round/>
            <a:headEnd len="sm" w="sm" type="none"/>
            <a:tailEnd len="sm" w="sm" type="none"/>
          </a:ln>
        </p:spPr>
      </p:cxnSp>
      <p:sp>
        <p:nvSpPr>
          <p:cNvPr id="611" name="Google Shape;611;p30"/>
          <p:cNvSpPr/>
          <p:nvPr/>
        </p:nvSpPr>
        <p:spPr>
          <a:xfrm>
            <a:off x="3512450" y="2248700"/>
            <a:ext cx="104700" cy="10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2" name="Google Shape;612;p30"/>
          <p:cNvSpPr/>
          <p:nvPr/>
        </p:nvSpPr>
        <p:spPr>
          <a:xfrm>
            <a:off x="8653475" y="224870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3" name="Google Shape;613;p30"/>
          <p:cNvSpPr txBox="1"/>
          <p:nvPr>
            <p:ph type="ctrTitle"/>
          </p:nvPr>
        </p:nvSpPr>
        <p:spPr>
          <a:xfrm>
            <a:off x="3577700" y="2313650"/>
            <a:ext cx="5142300" cy="2345400"/>
          </a:xfrm>
          <a:prstGeom prst="rect">
            <a:avLst/>
          </a:prstGeom>
        </p:spPr>
        <p:txBody>
          <a:bodyPr anchorCtr="0" anchor="t" bIns="91425" lIns="306000" spcFirstLastPara="1" rIns="91425" wrap="square" tIns="234000">
            <a:noAutofit/>
          </a:bodyPr>
          <a:lstStyle>
            <a:lvl1pPr lvl="0">
              <a:spcBef>
                <a:spcPts val="0"/>
              </a:spcBef>
              <a:spcAft>
                <a:spcPts val="0"/>
              </a:spcAft>
              <a:buSzPts val="3000"/>
              <a:buFont typeface="Tomorrow Light"/>
              <a:buNone/>
              <a:defRPr sz="3000">
                <a:latin typeface="Tomorrow Light"/>
                <a:ea typeface="Tomorrow Light"/>
                <a:cs typeface="Tomorrow Light"/>
                <a:sym typeface="Tomorrow Light"/>
              </a:defRPr>
            </a:lvl1pPr>
            <a:lvl2pPr lvl="1">
              <a:spcBef>
                <a:spcPts val="0"/>
              </a:spcBef>
              <a:spcAft>
                <a:spcPts val="0"/>
              </a:spcAft>
              <a:buSzPts val="3000"/>
              <a:buFont typeface="Tomorrow Light"/>
              <a:buNone/>
              <a:defRPr sz="3000">
                <a:latin typeface="Tomorrow Light"/>
                <a:ea typeface="Tomorrow Light"/>
                <a:cs typeface="Tomorrow Light"/>
                <a:sym typeface="Tomorrow Light"/>
              </a:defRPr>
            </a:lvl2pPr>
            <a:lvl3pPr lvl="2">
              <a:spcBef>
                <a:spcPts val="0"/>
              </a:spcBef>
              <a:spcAft>
                <a:spcPts val="0"/>
              </a:spcAft>
              <a:buSzPts val="3000"/>
              <a:buFont typeface="Tomorrow Light"/>
              <a:buNone/>
              <a:defRPr sz="3000">
                <a:latin typeface="Tomorrow Light"/>
                <a:ea typeface="Tomorrow Light"/>
                <a:cs typeface="Tomorrow Light"/>
                <a:sym typeface="Tomorrow Light"/>
              </a:defRPr>
            </a:lvl3pPr>
            <a:lvl4pPr lvl="3">
              <a:spcBef>
                <a:spcPts val="0"/>
              </a:spcBef>
              <a:spcAft>
                <a:spcPts val="0"/>
              </a:spcAft>
              <a:buSzPts val="3000"/>
              <a:buFont typeface="Tomorrow Light"/>
              <a:buNone/>
              <a:defRPr sz="3000">
                <a:latin typeface="Tomorrow Light"/>
                <a:ea typeface="Tomorrow Light"/>
                <a:cs typeface="Tomorrow Light"/>
                <a:sym typeface="Tomorrow Light"/>
              </a:defRPr>
            </a:lvl4pPr>
            <a:lvl5pPr lvl="4">
              <a:spcBef>
                <a:spcPts val="0"/>
              </a:spcBef>
              <a:spcAft>
                <a:spcPts val="0"/>
              </a:spcAft>
              <a:buSzPts val="3000"/>
              <a:buFont typeface="Tomorrow Light"/>
              <a:buNone/>
              <a:defRPr sz="3000">
                <a:latin typeface="Tomorrow Light"/>
                <a:ea typeface="Tomorrow Light"/>
                <a:cs typeface="Tomorrow Light"/>
                <a:sym typeface="Tomorrow Light"/>
              </a:defRPr>
            </a:lvl5pPr>
            <a:lvl6pPr lvl="5">
              <a:spcBef>
                <a:spcPts val="0"/>
              </a:spcBef>
              <a:spcAft>
                <a:spcPts val="0"/>
              </a:spcAft>
              <a:buSzPts val="3000"/>
              <a:buFont typeface="Tomorrow Light"/>
              <a:buNone/>
              <a:defRPr sz="3000">
                <a:latin typeface="Tomorrow Light"/>
                <a:ea typeface="Tomorrow Light"/>
                <a:cs typeface="Tomorrow Light"/>
                <a:sym typeface="Tomorrow Light"/>
              </a:defRPr>
            </a:lvl6pPr>
            <a:lvl7pPr lvl="6">
              <a:spcBef>
                <a:spcPts val="0"/>
              </a:spcBef>
              <a:spcAft>
                <a:spcPts val="0"/>
              </a:spcAft>
              <a:buSzPts val="3000"/>
              <a:buFont typeface="Tomorrow Light"/>
              <a:buNone/>
              <a:defRPr sz="3000">
                <a:latin typeface="Tomorrow Light"/>
                <a:ea typeface="Tomorrow Light"/>
                <a:cs typeface="Tomorrow Light"/>
                <a:sym typeface="Tomorrow Light"/>
              </a:defRPr>
            </a:lvl7pPr>
            <a:lvl8pPr lvl="7">
              <a:spcBef>
                <a:spcPts val="0"/>
              </a:spcBef>
              <a:spcAft>
                <a:spcPts val="0"/>
              </a:spcAft>
              <a:buSzPts val="3000"/>
              <a:buFont typeface="Tomorrow Light"/>
              <a:buNone/>
              <a:defRPr sz="3000">
                <a:latin typeface="Tomorrow Light"/>
                <a:ea typeface="Tomorrow Light"/>
                <a:cs typeface="Tomorrow Light"/>
                <a:sym typeface="Tomorrow Light"/>
              </a:defRPr>
            </a:lvl8pPr>
            <a:lvl9pPr lvl="8">
              <a:spcBef>
                <a:spcPts val="0"/>
              </a:spcBef>
              <a:spcAft>
                <a:spcPts val="0"/>
              </a:spcAft>
              <a:buSzPts val="3000"/>
              <a:buFont typeface="Tomorrow Light"/>
              <a:buNone/>
              <a:defRPr sz="3000">
                <a:latin typeface="Tomorrow Light"/>
                <a:ea typeface="Tomorrow Light"/>
                <a:cs typeface="Tomorrow Light"/>
                <a:sym typeface="Tomorrow Light"/>
              </a:defRPr>
            </a:lvl9pPr>
          </a:lstStyle>
          <a:p/>
        </p:txBody>
      </p:sp>
      <p:sp>
        <p:nvSpPr>
          <p:cNvPr id="614" name="Google Shape;614;p30"/>
          <p:cNvSpPr/>
          <p:nvPr/>
        </p:nvSpPr>
        <p:spPr>
          <a:xfrm>
            <a:off x="3512450" y="464785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Alt">
  <p:cSld name="CUSTOM_17_3">
    <p:bg>
      <p:bgPr>
        <a:solidFill>
          <a:schemeClr val="lt2"/>
        </a:solidFill>
      </p:bgPr>
    </p:bg>
    <p:spTree>
      <p:nvGrpSpPr>
        <p:cNvPr id="615" name="Shape 615"/>
        <p:cNvGrpSpPr/>
        <p:nvPr/>
      </p:nvGrpSpPr>
      <p:grpSpPr>
        <a:xfrm>
          <a:off x="0" y="0"/>
          <a:ext cx="0" cy="0"/>
          <a:chOff x="0" y="0"/>
          <a:chExt cx="0" cy="0"/>
        </a:xfrm>
      </p:grpSpPr>
      <p:sp>
        <p:nvSpPr>
          <p:cNvPr id="616" name="Google Shape;616;p31"/>
          <p:cNvSpPr txBox="1"/>
          <p:nvPr>
            <p:ph idx="1" type="subTitle"/>
          </p:nvPr>
        </p:nvSpPr>
        <p:spPr>
          <a:xfrm>
            <a:off x="2804274" y="3228275"/>
            <a:ext cx="1233000" cy="1717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17" name="Google Shape;617;p31"/>
          <p:cNvSpPr txBox="1"/>
          <p:nvPr>
            <p:ph idx="2" type="subTitle"/>
          </p:nvPr>
        </p:nvSpPr>
        <p:spPr>
          <a:xfrm>
            <a:off x="2798500" y="1157600"/>
            <a:ext cx="1233000" cy="1717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18" name="Google Shape;618;p31"/>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19" name="Google Shape;619;p31"/>
          <p:cNvSpPr txBox="1"/>
          <p:nvPr>
            <p:ph idx="3"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
        <p:nvSpPr>
          <p:cNvPr id="620" name="Google Shape;620;p31"/>
          <p:cNvSpPr txBox="1"/>
          <p:nvPr>
            <p:ph idx="4" type="subTitle"/>
          </p:nvPr>
        </p:nvSpPr>
        <p:spPr>
          <a:xfrm>
            <a:off x="5752975" y="2017419"/>
            <a:ext cx="1695600" cy="8415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1" name="Google Shape;621;p31"/>
          <p:cNvSpPr txBox="1"/>
          <p:nvPr>
            <p:ph idx="5" type="subTitle"/>
          </p:nvPr>
        </p:nvSpPr>
        <p:spPr>
          <a:xfrm>
            <a:off x="5752975" y="3228224"/>
            <a:ext cx="1695600" cy="841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2" name="Google Shape;622;p31"/>
          <p:cNvSpPr txBox="1"/>
          <p:nvPr>
            <p:ph idx="6" type="subTitle"/>
          </p:nvPr>
        </p:nvSpPr>
        <p:spPr>
          <a:xfrm>
            <a:off x="5752975" y="4104073"/>
            <a:ext cx="1695600" cy="8412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3" name="Google Shape;623;p31"/>
          <p:cNvSpPr txBox="1"/>
          <p:nvPr>
            <p:ph idx="7" type="subTitle"/>
          </p:nvPr>
        </p:nvSpPr>
        <p:spPr>
          <a:xfrm>
            <a:off x="5753449" y="1141650"/>
            <a:ext cx="1695600" cy="8415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4" name="Google Shape;624;p31"/>
          <p:cNvSpPr txBox="1"/>
          <p:nvPr>
            <p:ph idx="8" type="subTitle"/>
          </p:nvPr>
        </p:nvSpPr>
        <p:spPr>
          <a:xfrm>
            <a:off x="286575" y="1157600"/>
            <a:ext cx="1990500" cy="1877100"/>
          </a:xfrm>
          <a:prstGeom prst="rect">
            <a:avLst/>
          </a:prstGeom>
        </p:spPr>
        <p:txBody>
          <a:bodyPr anchorCtr="0" anchor="ctr" bIns="91425" lIns="180000" spcFirstLastPara="1" rIns="234000" wrap="square" tIns="91425">
            <a:normAutofit/>
          </a:bodyPr>
          <a:lstStyle>
            <a:lvl1pPr lvl="0">
              <a:lnSpc>
                <a:spcPct val="100000"/>
              </a:lnSpc>
              <a:spcBef>
                <a:spcPts val="0"/>
              </a:spcBef>
              <a:spcAft>
                <a:spcPts val="0"/>
              </a:spcAft>
              <a:buClr>
                <a:schemeClr val="dk1"/>
              </a:buClr>
              <a:buSzPts val="1000"/>
              <a:buFont typeface="Nunito Sans"/>
              <a:buNone/>
              <a:defRPr sz="1000">
                <a:solidFill>
                  <a:schemeClr val="dk1"/>
                </a:solidFill>
              </a:defRPr>
            </a:lvl1pPr>
            <a:lvl2pPr lvl="1">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dk1"/>
              </a:buClr>
              <a:buSzPts val="1200"/>
              <a:buFont typeface="Nunito Sans ExtraLight"/>
              <a:buNone/>
              <a:defRPr sz="1200">
                <a:solidFill>
                  <a:schemeClr val="dk1"/>
                </a:solidFill>
                <a:latin typeface="Nunito Sans ExtraLight"/>
                <a:ea typeface="Nunito Sans ExtraLight"/>
                <a:cs typeface="Nunito Sans ExtraLight"/>
                <a:sym typeface="Nunito Sans ExtraLight"/>
              </a:defRPr>
            </a:lvl9pPr>
          </a:lstStyle>
          <a:p/>
        </p:txBody>
      </p:sp>
      <p:sp>
        <p:nvSpPr>
          <p:cNvPr id="625" name="Google Shape;625;p31"/>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626" name="Google Shape;626;p31"/>
          <p:cNvSpPr/>
          <p:nvPr>
            <p:ph idx="9" type="pic"/>
          </p:nvPr>
        </p:nvSpPr>
        <p:spPr>
          <a:xfrm>
            <a:off x="-6350" y="3017400"/>
            <a:ext cx="2282100" cy="1842300"/>
          </a:xfrm>
          <a:prstGeom prst="rect">
            <a:avLst/>
          </a:prstGeom>
          <a:noFill/>
          <a:ln>
            <a:noFill/>
          </a:ln>
        </p:spPr>
      </p:sp>
      <p:sp>
        <p:nvSpPr>
          <p:cNvPr id="627" name="Google Shape;627;p31"/>
          <p:cNvSpPr/>
          <p:nvPr>
            <p:ph idx="13" type="pic"/>
          </p:nvPr>
        </p:nvSpPr>
        <p:spPr>
          <a:xfrm>
            <a:off x="4031400" y="1045875"/>
            <a:ext cx="1192500" cy="1717200"/>
          </a:xfrm>
          <a:prstGeom prst="snip1Rect">
            <a:avLst>
              <a:gd fmla="val 16667" name="adj"/>
            </a:avLst>
          </a:prstGeom>
          <a:noFill/>
          <a:ln>
            <a:noFill/>
          </a:ln>
        </p:spPr>
      </p:sp>
      <p:sp>
        <p:nvSpPr>
          <p:cNvPr id="628" name="Google Shape;628;p31"/>
          <p:cNvSpPr/>
          <p:nvPr>
            <p:ph idx="14" type="pic"/>
          </p:nvPr>
        </p:nvSpPr>
        <p:spPr>
          <a:xfrm>
            <a:off x="4031400" y="3112700"/>
            <a:ext cx="1192500" cy="1717200"/>
          </a:xfrm>
          <a:prstGeom prst="snip1Rect">
            <a:avLst>
              <a:gd fmla="val 16667" name="adj"/>
            </a:avLst>
          </a:prstGeom>
          <a:noFill/>
          <a:ln>
            <a:noFill/>
          </a:ln>
        </p:spPr>
      </p:sp>
      <p:sp>
        <p:nvSpPr>
          <p:cNvPr id="629" name="Google Shape;629;p31"/>
          <p:cNvSpPr/>
          <p:nvPr>
            <p:ph idx="15" type="pic"/>
          </p:nvPr>
        </p:nvSpPr>
        <p:spPr>
          <a:xfrm>
            <a:off x="7557600" y="1141650"/>
            <a:ext cx="1596300" cy="841200"/>
          </a:xfrm>
          <a:prstGeom prst="rect">
            <a:avLst/>
          </a:prstGeom>
          <a:noFill/>
          <a:ln>
            <a:noFill/>
          </a:ln>
        </p:spPr>
      </p:sp>
      <p:sp>
        <p:nvSpPr>
          <p:cNvPr id="630" name="Google Shape;630;p31"/>
          <p:cNvSpPr/>
          <p:nvPr>
            <p:ph idx="16" type="pic"/>
          </p:nvPr>
        </p:nvSpPr>
        <p:spPr>
          <a:xfrm>
            <a:off x="7557600" y="2017550"/>
            <a:ext cx="1596300" cy="841200"/>
          </a:xfrm>
          <a:prstGeom prst="rect">
            <a:avLst/>
          </a:prstGeom>
          <a:noFill/>
          <a:ln>
            <a:noFill/>
          </a:ln>
        </p:spPr>
      </p:sp>
      <p:sp>
        <p:nvSpPr>
          <p:cNvPr id="631" name="Google Shape;631;p31"/>
          <p:cNvSpPr/>
          <p:nvPr>
            <p:ph idx="17" type="pic"/>
          </p:nvPr>
        </p:nvSpPr>
        <p:spPr>
          <a:xfrm>
            <a:off x="7557600" y="3228275"/>
            <a:ext cx="1596300" cy="841200"/>
          </a:xfrm>
          <a:prstGeom prst="rect">
            <a:avLst/>
          </a:prstGeom>
          <a:noFill/>
          <a:ln>
            <a:noFill/>
          </a:ln>
        </p:spPr>
      </p:sp>
      <p:sp>
        <p:nvSpPr>
          <p:cNvPr id="632" name="Google Shape;632;p31"/>
          <p:cNvSpPr/>
          <p:nvPr>
            <p:ph idx="18" type="pic"/>
          </p:nvPr>
        </p:nvSpPr>
        <p:spPr>
          <a:xfrm>
            <a:off x="7557600" y="4104175"/>
            <a:ext cx="1596300" cy="841200"/>
          </a:xfrm>
          <a:prstGeom prst="rect">
            <a:avLst/>
          </a:prstGeom>
          <a:noFill/>
          <a:ln>
            <a:noFill/>
          </a:ln>
        </p:spPr>
      </p:sp>
      <p:sp>
        <p:nvSpPr>
          <p:cNvPr id="633" name="Google Shape;633;p31"/>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34" name="Google Shape;634;p31"/>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35" name="Google Shape;635;p31"/>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36" name="Google Shape;636;p31"/>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 Alt 1">
  <p:cSld name="CUSTOM_20">
    <p:bg>
      <p:bgPr>
        <a:solidFill>
          <a:schemeClr val="lt2"/>
        </a:solidFill>
      </p:bgPr>
    </p:bg>
    <p:spTree>
      <p:nvGrpSpPr>
        <p:cNvPr id="637" name="Shape 637"/>
        <p:cNvGrpSpPr/>
        <p:nvPr/>
      </p:nvGrpSpPr>
      <p:grpSpPr>
        <a:xfrm>
          <a:off x="0" y="0"/>
          <a:ext cx="0" cy="0"/>
          <a:chOff x="0" y="0"/>
          <a:chExt cx="0" cy="0"/>
        </a:xfrm>
      </p:grpSpPr>
      <p:grpSp>
        <p:nvGrpSpPr>
          <p:cNvPr id="638" name="Google Shape;638;p32"/>
          <p:cNvGrpSpPr/>
          <p:nvPr/>
        </p:nvGrpSpPr>
        <p:grpSpPr>
          <a:xfrm>
            <a:off x="-4748" y="1501001"/>
            <a:ext cx="5203500" cy="3642470"/>
            <a:chOff x="11562000" y="3311675"/>
            <a:chExt cx="486736" cy="335100"/>
          </a:xfrm>
        </p:grpSpPr>
        <p:sp>
          <p:nvSpPr>
            <p:cNvPr id="639" name="Google Shape;639;p32"/>
            <p:cNvSpPr/>
            <p:nvPr/>
          </p:nvSpPr>
          <p:spPr>
            <a:xfrm>
              <a:off x="11786836" y="3311675"/>
              <a:ext cx="261900" cy="335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40" name="Google Shape;640;p32"/>
            <p:cNvSpPr/>
            <p:nvPr/>
          </p:nvSpPr>
          <p:spPr>
            <a:xfrm>
              <a:off x="11562000" y="3311675"/>
              <a:ext cx="261900" cy="335100"/>
            </a:xfrm>
            <a:prstGeom prst="chevron">
              <a:avLst>
                <a:gd fmla="val 6790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641" name="Google Shape;641;p32"/>
          <p:cNvSpPr/>
          <p:nvPr/>
        </p:nvSpPr>
        <p:spPr>
          <a:xfrm>
            <a:off x="-4825" y="-2175"/>
            <a:ext cx="9148800" cy="32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42" name="Google Shape;642;p32"/>
          <p:cNvSpPr txBox="1"/>
          <p:nvPr>
            <p:ph idx="1" type="subTitle"/>
          </p:nvPr>
        </p:nvSpPr>
        <p:spPr>
          <a:xfrm>
            <a:off x="4692225" y="226497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3" name="Google Shape;643;p32"/>
          <p:cNvSpPr txBox="1"/>
          <p:nvPr>
            <p:ph idx="2" type="subTitle"/>
          </p:nvPr>
        </p:nvSpPr>
        <p:spPr>
          <a:xfrm>
            <a:off x="3725275" y="2264975"/>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sp>
        <p:nvSpPr>
          <p:cNvPr id="644" name="Google Shape;644;p32"/>
          <p:cNvSpPr txBox="1"/>
          <p:nvPr>
            <p:ph idx="3" type="subTitle"/>
          </p:nvPr>
        </p:nvSpPr>
        <p:spPr>
          <a:xfrm>
            <a:off x="4692225" y="289047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lt1"/>
              </a:buClr>
              <a:buSzPts val="1000"/>
              <a:buFont typeface="Nunito Sans Light"/>
              <a:buNone/>
              <a:defRPr sz="1000">
                <a:solidFill>
                  <a:schemeClr val="lt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lt1"/>
              </a:buClr>
              <a:buSzPts val="1200"/>
              <a:buFont typeface="Nunito Sans Light"/>
              <a:buNone/>
              <a:defRPr sz="1200">
                <a:solidFill>
                  <a:schemeClr val="lt1"/>
                </a:solidFill>
                <a:latin typeface="Nunito Sans Light"/>
                <a:ea typeface="Nunito Sans Light"/>
                <a:cs typeface="Nunito Sans Light"/>
                <a:sym typeface="Nunito Sans Light"/>
              </a:defRPr>
            </a:lvl9pPr>
          </a:lstStyle>
          <a:p/>
        </p:txBody>
      </p:sp>
      <p:sp>
        <p:nvSpPr>
          <p:cNvPr id="645" name="Google Shape;645;p32"/>
          <p:cNvSpPr txBox="1"/>
          <p:nvPr>
            <p:ph idx="4" type="subTitle"/>
          </p:nvPr>
        </p:nvSpPr>
        <p:spPr>
          <a:xfrm>
            <a:off x="3725275" y="2890463"/>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lt1"/>
              </a:buClr>
              <a:buSzPts val="1000"/>
              <a:buNone/>
              <a:defRPr b="1" sz="1000">
                <a:solidFill>
                  <a:schemeClr val="lt1"/>
                </a:solidFill>
              </a:defRPr>
            </a:lvl1pPr>
            <a:lvl2pPr lvl="1">
              <a:lnSpc>
                <a:spcPct val="100000"/>
              </a:lnSpc>
              <a:spcBef>
                <a:spcPts val="0"/>
              </a:spcBef>
              <a:spcAft>
                <a:spcPts val="0"/>
              </a:spcAft>
              <a:buClr>
                <a:schemeClr val="lt1"/>
              </a:buClr>
              <a:buSzPts val="1200"/>
              <a:buNone/>
              <a:defRPr b="1" sz="1200">
                <a:solidFill>
                  <a:schemeClr val="lt1"/>
                </a:solidFill>
              </a:defRPr>
            </a:lvl2pPr>
            <a:lvl3pPr lvl="2">
              <a:lnSpc>
                <a:spcPct val="100000"/>
              </a:lnSpc>
              <a:spcBef>
                <a:spcPts val="0"/>
              </a:spcBef>
              <a:spcAft>
                <a:spcPts val="0"/>
              </a:spcAft>
              <a:buClr>
                <a:schemeClr val="lt1"/>
              </a:buClr>
              <a:buSzPts val="1200"/>
              <a:buNone/>
              <a:defRPr b="1" sz="1200">
                <a:solidFill>
                  <a:schemeClr val="lt1"/>
                </a:solidFill>
              </a:defRPr>
            </a:lvl3pPr>
            <a:lvl4pPr lvl="3">
              <a:lnSpc>
                <a:spcPct val="100000"/>
              </a:lnSpc>
              <a:spcBef>
                <a:spcPts val="0"/>
              </a:spcBef>
              <a:spcAft>
                <a:spcPts val="0"/>
              </a:spcAft>
              <a:buClr>
                <a:schemeClr val="lt1"/>
              </a:buClr>
              <a:buSzPts val="1200"/>
              <a:buNone/>
              <a:defRPr b="1" sz="1200">
                <a:solidFill>
                  <a:schemeClr val="lt1"/>
                </a:solidFill>
              </a:defRPr>
            </a:lvl4pPr>
            <a:lvl5pPr lvl="4">
              <a:lnSpc>
                <a:spcPct val="100000"/>
              </a:lnSpc>
              <a:spcBef>
                <a:spcPts val="0"/>
              </a:spcBef>
              <a:spcAft>
                <a:spcPts val="0"/>
              </a:spcAft>
              <a:buClr>
                <a:schemeClr val="lt1"/>
              </a:buClr>
              <a:buSzPts val="1200"/>
              <a:buNone/>
              <a:defRPr b="1" sz="1200">
                <a:solidFill>
                  <a:schemeClr val="lt1"/>
                </a:solidFill>
              </a:defRPr>
            </a:lvl5pPr>
            <a:lvl6pPr lvl="5">
              <a:lnSpc>
                <a:spcPct val="100000"/>
              </a:lnSpc>
              <a:spcBef>
                <a:spcPts val="0"/>
              </a:spcBef>
              <a:spcAft>
                <a:spcPts val="0"/>
              </a:spcAft>
              <a:buClr>
                <a:schemeClr val="lt1"/>
              </a:buClr>
              <a:buSzPts val="1200"/>
              <a:buNone/>
              <a:defRPr b="1" sz="1200">
                <a:solidFill>
                  <a:schemeClr val="lt1"/>
                </a:solidFill>
              </a:defRPr>
            </a:lvl6pPr>
            <a:lvl7pPr lvl="6">
              <a:lnSpc>
                <a:spcPct val="100000"/>
              </a:lnSpc>
              <a:spcBef>
                <a:spcPts val="0"/>
              </a:spcBef>
              <a:spcAft>
                <a:spcPts val="0"/>
              </a:spcAft>
              <a:buClr>
                <a:schemeClr val="lt1"/>
              </a:buClr>
              <a:buSzPts val="1200"/>
              <a:buNone/>
              <a:defRPr b="1" sz="1200">
                <a:solidFill>
                  <a:schemeClr val="lt1"/>
                </a:solidFill>
              </a:defRPr>
            </a:lvl7pPr>
            <a:lvl8pPr lvl="7">
              <a:lnSpc>
                <a:spcPct val="100000"/>
              </a:lnSpc>
              <a:spcBef>
                <a:spcPts val="0"/>
              </a:spcBef>
              <a:spcAft>
                <a:spcPts val="0"/>
              </a:spcAft>
              <a:buClr>
                <a:schemeClr val="lt1"/>
              </a:buClr>
              <a:buSzPts val="1200"/>
              <a:buNone/>
              <a:defRPr b="1" sz="1200">
                <a:solidFill>
                  <a:schemeClr val="lt1"/>
                </a:solidFill>
              </a:defRPr>
            </a:lvl8pPr>
            <a:lvl9pPr lvl="8">
              <a:lnSpc>
                <a:spcPct val="100000"/>
              </a:lnSpc>
              <a:spcBef>
                <a:spcPts val="0"/>
              </a:spcBef>
              <a:spcAft>
                <a:spcPts val="0"/>
              </a:spcAft>
              <a:buClr>
                <a:schemeClr val="lt1"/>
              </a:buClr>
              <a:buSzPts val="1200"/>
              <a:buNone/>
              <a:defRPr b="1" sz="1200">
                <a:solidFill>
                  <a:schemeClr val="lt1"/>
                </a:solidFill>
              </a:defRPr>
            </a:lvl9pPr>
          </a:lstStyle>
          <a:p/>
        </p:txBody>
      </p:sp>
      <p:sp>
        <p:nvSpPr>
          <p:cNvPr id="646" name="Google Shape;646;p32"/>
          <p:cNvSpPr txBox="1"/>
          <p:nvPr>
            <p:ph idx="5" type="subTitle"/>
          </p:nvPr>
        </p:nvSpPr>
        <p:spPr>
          <a:xfrm>
            <a:off x="4692225" y="3518125"/>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7" name="Google Shape;647;p32"/>
          <p:cNvSpPr txBox="1"/>
          <p:nvPr>
            <p:ph idx="6" type="subTitle"/>
          </p:nvPr>
        </p:nvSpPr>
        <p:spPr>
          <a:xfrm>
            <a:off x="3725275" y="3518125"/>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sp>
        <p:nvSpPr>
          <p:cNvPr id="648" name="Google Shape;648;p32"/>
          <p:cNvSpPr txBox="1"/>
          <p:nvPr>
            <p:ph idx="7" type="subTitle"/>
          </p:nvPr>
        </p:nvSpPr>
        <p:spPr>
          <a:xfrm>
            <a:off x="4692225" y="4137400"/>
            <a:ext cx="3374700" cy="382500"/>
          </a:xfrm>
          <a:prstGeom prst="rect">
            <a:avLst/>
          </a:prstGeom>
        </p:spPr>
        <p:txBody>
          <a:bodyPr anchorCtr="0" anchor="ctr" bIns="91425" lIns="0" spcFirstLastPara="1" rIns="91425" wrap="square" tIns="91425">
            <a:normAutofit/>
          </a:bodyPr>
          <a:lstStyle>
            <a:lvl1pPr lvl="0" algn="r">
              <a:lnSpc>
                <a:spcPct val="100000"/>
              </a:lnSpc>
              <a:spcBef>
                <a:spcPts val="0"/>
              </a:spcBef>
              <a:spcAft>
                <a:spcPts val="0"/>
              </a:spcAft>
              <a:buClr>
                <a:schemeClr val="dk1"/>
              </a:buClr>
              <a:buSzPts val="1000"/>
              <a:buFont typeface="Nunito Sans Light"/>
              <a:buNone/>
              <a:defRPr sz="1000">
                <a:solidFill>
                  <a:schemeClr val="dk1"/>
                </a:solidFill>
                <a:latin typeface="Nunito Sans Light"/>
                <a:ea typeface="Nunito Sans Light"/>
                <a:cs typeface="Nunito Sans Light"/>
                <a:sym typeface="Nunito Sans Light"/>
              </a:defRPr>
            </a:lvl1pPr>
            <a:lvl2pPr lvl="1"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2pPr>
            <a:lvl3pPr lvl="2"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3pPr>
            <a:lvl4pPr lvl="3"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4pPr>
            <a:lvl5pPr lvl="4"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5pPr>
            <a:lvl6pPr lvl="5"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6pPr>
            <a:lvl7pPr lvl="6"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7pPr>
            <a:lvl8pPr lvl="7"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8pPr>
            <a:lvl9pPr lvl="8" algn="r">
              <a:lnSpc>
                <a:spcPct val="100000"/>
              </a:lnSpc>
              <a:spcBef>
                <a:spcPts val="0"/>
              </a:spcBef>
              <a:spcAft>
                <a:spcPts val="0"/>
              </a:spcAft>
              <a:buClr>
                <a:schemeClr val="dk1"/>
              </a:buClr>
              <a:buSzPts val="1200"/>
              <a:buFont typeface="Nunito Sans Light"/>
              <a:buNone/>
              <a:defRPr sz="1200">
                <a:solidFill>
                  <a:schemeClr val="dk1"/>
                </a:solidFill>
                <a:latin typeface="Nunito Sans Light"/>
                <a:ea typeface="Nunito Sans Light"/>
                <a:cs typeface="Nunito Sans Light"/>
                <a:sym typeface="Nunito Sans Light"/>
              </a:defRPr>
            </a:lvl9pPr>
          </a:lstStyle>
          <a:p/>
        </p:txBody>
      </p:sp>
      <p:sp>
        <p:nvSpPr>
          <p:cNvPr id="649" name="Google Shape;649;p32"/>
          <p:cNvSpPr txBox="1"/>
          <p:nvPr>
            <p:ph idx="8" type="subTitle"/>
          </p:nvPr>
        </p:nvSpPr>
        <p:spPr>
          <a:xfrm>
            <a:off x="3725275" y="4140388"/>
            <a:ext cx="2282100" cy="382500"/>
          </a:xfrm>
          <a:prstGeom prst="rect">
            <a:avLst/>
          </a:prstGeom>
        </p:spPr>
        <p:txBody>
          <a:bodyPr anchorCtr="0" anchor="ctr" bIns="91425" lIns="144000" spcFirstLastPara="1" rIns="91425" wrap="square" tIns="91425">
            <a:normAutofit/>
          </a:bodyPr>
          <a:lstStyle>
            <a:lvl1pPr lvl="0">
              <a:lnSpc>
                <a:spcPct val="100000"/>
              </a:lnSpc>
              <a:spcBef>
                <a:spcPts val="0"/>
              </a:spcBef>
              <a:spcAft>
                <a:spcPts val="0"/>
              </a:spcAft>
              <a:buClr>
                <a:schemeClr val="dk1"/>
              </a:buClr>
              <a:buSzPts val="1000"/>
              <a:buNone/>
              <a:defRPr b="1" sz="1000">
                <a:solidFill>
                  <a:schemeClr val="dk1"/>
                </a:solidFill>
              </a:defRPr>
            </a:lvl1pPr>
            <a:lvl2pPr lvl="1">
              <a:lnSpc>
                <a:spcPct val="100000"/>
              </a:lnSpc>
              <a:spcBef>
                <a:spcPts val="0"/>
              </a:spcBef>
              <a:spcAft>
                <a:spcPts val="0"/>
              </a:spcAft>
              <a:buClr>
                <a:schemeClr val="dk1"/>
              </a:buClr>
              <a:buSzPts val="1200"/>
              <a:buNone/>
              <a:defRPr b="1" sz="1200">
                <a:solidFill>
                  <a:schemeClr val="dk1"/>
                </a:solidFill>
              </a:defRPr>
            </a:lvl2pPr>
            <a:lvl3pPr lvl="2">
              <a:lnSpc>
                <a:spcPct val="100000"/>
              </a:lnSpc>
              <a:spcBef>
                <a:spcPts val="0"/>
              </a:spcBef>
              <a:spcAft>
                <a:spcPts val="0"/>
              </a:spcAft>
              <a:buClr>
                <a:schemeClr val="dk1"/>
              </a:buClr>
              <a:buSzPts val="1200"/>
              <a:buNone/>
              <a:defRPr b="1" sz="1200">
                <a:solidFill>
                  <a:schemeClr val="dk1"/>
                </a:solidFill>
              </a:defRPr>
            </a:lvl3pPr>
            <a:lvl4pPr lvl="3">
              <a:lnSpc>
                <a:spcPct val="100000"/>
              </a:lnSpc>
              <a:spcBef>
                <a:spcPts val="0"/>
              </a:spcBef>
              <a:spcAft>
                <a:spcPts val="0"/>
              </a:spcAft>
              <a:buClr>
                <a:schemeClr val="dk1"/>
              </a:buClr>
              <a:buSzPts val="1200"/>
              <a:buNone/>
              <a:defRPr b="1" sz="1200">
                <a:solidFill>
                  <a:schemeClr val="dk1"/>
                </a:solidFill>
              </a:defRPr>
            </a:lvl4pPr>
            <a:lvl5pPr lvl="4">
              <a:lnSpc>
                <a:spcPct val="100000"/>
              </a:lnSpc>
              <a:spcBef>
                <a:spcPts val="0"/>
              </a:spcBef>
              <a:spcAft>
                <a:spcPts val="0"/>
              </a:spcAft>
              <a:buClr>
                <a:schemeClr val="dk1"/>
              </a:buClr>
              <a:buSzPts val="1200"/>
              <a:buNone/>
              <a:defRPr b="1" sz="1200">
                <a:solidFill>
                  <a:schemeClr val="dk1"/>
                </a:solidFill>
              </a:defRPr>
            </a:lvl5pPr>
            <a:lvl6pPr lvl="5">
              <a:lnSpc>
                <a:spcPct val="100000"/>
              </a:lnSpc>
              <a:spcBef>
                <a:spcPts val="0"/>
              </a:spcBef>
              <a:spcAft>
                <a:spcPts val="0"/>
              </a:spcAft>
              <a:buClr>
                <a:schemeClr val="dk1"/>
              </a:buClr>
              <a:buSzPts val="1200"/>
              <a:buNone/>
              <a:defRPr b="1" sz="1200">
                <a:solidFill>
                  <a:schemeClr val="dk1"/>
                </a:solidFill>
              </a:defRPr>
            </a:lvl6pPr>
            <a:lvl7pPr lvl="6">
              <a:lnSpc>
                <a:spcPct val="100000"/>
              </a:lnSpc>
              <a:spcBef>
                <a:spcPts val="0"/>
              </a:spcBef>
              <a:spcAft>
                <a:spcPts val="0"/>
              </a:spcAft>
              <a:buClr>
                <a:schemeClr val="dk1"/>
              </a:buClr>
              <a:buSzPts val="1200"/>
              <a:buNone/>
              <a:defRPr b="1" sz="1200">
                <a:solidFill>
                  <a:schemeClr val="dk1"/>
                </a:solidFill>
              </a:defRPr>
            </a:lvl7pPr>
            <a:lvl8pPr lvl="7">
              <a:lnSpc>
                <a:spcPct val="100000"/>
              </a:lnSpc>
              <a:spcBef>
                <a:spcPts val="0"/>
              </a:spcBef>
              <a:spcAft>
                <a:spcPts val="0"/>
              </a:spcAft>
              <a:buClr>
                <a:schemeClr val="dk1"/>
              </a:buClr>
              <a:buSzPts val="1200"/>
              <a:buNone/>
              <a:defRPr b="1" sz="1200">
                <a:solidFill>
                  <a:schemeClr val="dk1"/>
                </a:solidFill>
              </a:defRPr>
            </a:lvl8pPr>
            <a:lvl9pPr lvl="8">
              <a:lnSpc>
                <a:spcPct val="100000"/>
              </a:lnSpc>
              <a:spcBef>
                <a:spcPts val="0"/>
              </a:spcBef>
              <a:spcAft>
                <a:spcPts val="0"/>
              </a:spcAft>
              <a:buClr>
                <a:schemeClr val="dk1"/>
              </a:buClr>
              <a:buSzPts val="1200"/>
              <a:buNone/>
              <a:defRPr b="1" sz="1200">
                <a:solidFill>
                  <a:schemeClr val="dk1"/>
                </a:solidFill>
              </a:defRPr>
            </a:lvl9pPr>
          </a:lstStyle>
          <a:p/>
        </p:txBody>
      </p:sp>
      <p:cxnSp>
        <p:nvCxnSpPr>
          <p:cNvPr id="650" name="Google Shape;650;p32"/>
          <p:cNvCxnSpPr/>
          <p:nvPr/>
        </p:nvCxnSpPr>
        <p:spPr>
          <a:xfrm>
            <a:off x="624575" y="1506900"/>
            <a:ext cx="0" cy="3636600"/>
          </a:xfrm>
          <a:prstGeom prst="straightConnector1">
            <a:avLst/>
          </a:prstGeom>
          <a:noFill/>
          <a:ln cap="flat" cmpd="sng" w="9525">
            <a:solidFill>
              <a:schemeClr val="accent5"/>
            </a:solidFill>
            <a:prstDash val="solid"/>
            <a:round/>
            <a:headEnd len="sm" w="sm" type="none"/>
            <a:tailEnd len="sm" w="sm" type="none"/>
          </a:ln>
        </p:spPr>
      </p:cxnSp>
      <p:cxnSp>
        <p:nvCxnSpPr>
          <p:cNvPr id="651" name="Google Shape;651;p32"/>
          <p:cNvCxnSpPr/>
          <p:nvPr/>
        </p:nvCxnSpPr>
        <p:spPr>
          <a:xfrm>
            <a:off x="-7300" y="4202375"/>
            <a:ext cx="631800" cy="0"/>
          </a:xfrm>
          <a:prstGeom prst="straightConnector1">
            <a:avLst/>
          </a:prstGeom>
          <a:noFill/>
          <a:ln cap="flat" cmpd="sng" w="9525">
            <a:solidFill>
              <a:schemeClr val="accent5"/>
            </a:solidFill>
            <a:prstDash val="solid"/>
            <a:round/>
            <a:headEnd len="sm" w="sm" type="none"/>
            <a:tailEnd len="sm" w="sm" type="none"/>
          </a:ln>
        </p:spPr>
      </p:cxnSp>
      <p:cxnSp>
        <p:nvCxnSpPr>
          <p:cNvPr id="652" name="Google Shape;652;p32"/>
          <p:cNvCxnSpPr/>
          <p:nvPr/>
        </p:nvCxnSpPr>
        <p:spPr>
          <a:xfrm>
            <a:off x="-7300" y="1848975"/>
            <a:ext cx="631800" cy="0"/>
          </a:xfrm>
          <a:prstGeom prst="straightConnector1">
            <a:avLst/>
          </a:prstGeom>
          <a:noFill/>
          <a:ln cap="flat" cmpd="sng" w="9525">
            <a:solidFill>
              <a:schemeClr val="accent5"/>
            </a:solidFill>
            <a:prstDash val="solid"/>
            <a:round/>
            <a:headEnd len="sm" w="sm" type="none"/>
            <a:tailEnd len="sm" w="sm" type="none"/>
          </a:ln>
        </p:spPr>
      </p:cxnSp>
      <p:cxnSp>
        <p:nvCxnSpPr>
          <p:cNvPr id="653" name="Google Shape;653;p32"/>
          <p:cNvCxnSpPr/>
          <p:nvPr/>
        </p:nvCxnSpPr>
        <p:spPr>
          <a:xfrm>
            <a:off x="-7300" y="1506250"/>
            <a:ext cx="9159000" cy="0"/>
          </a:xfrm>
          <a:prstGeom prst="straightConnector1">
            <a:avLst/>
          </a:prstGeom>
          <a:noFill/>
          <a:ln cap="flat" cmpd="sng" w="9525">
            <a:solidFill>
              <a:schemeClr val="accent5"/>
            </a:solidFill>
            <a:prstDash val="solid"/>
            <a:round/>
            <a:headEnd len="sm" w="sm" type="none"/>
            <a:tailEnd len="sm" w="sm" type="none"/>
          </a:ln>
        </p:spPr>
      </p:cxnSp>
      <p:sp>
        <p:nvSpPr>
          <p:cNvPr id="654" name="Google Shape;654;p32"/>
          <p:cNvSpPr txBox="1"/>
          <p:nvPr>
            <p:ph type="ctrTitle"/>
          </p:nvPr>
        </p:nvSpPr>
        <p:spPr>
          <a:xfrm>
            <a:off x="335400" y="466575"/>
            <a:ext cx="8385600" cy="604800"/>
          </a:xfrm>
          <a:prstGeom prst="rect">
            <a:avLst/>
          </a:prstGeom>
        </p:spPr>
        <p:txBody>
          <a:bodyPr anchorCtr="0" anchor="t" bIns="91425" lIns="91425" spcFirstLastPara="1" rIns="91425" wrap="square" tIns="91425">
            <a:normAutofit/>
          </a:bodyPr>
          <a:lstStyle>
            <a:lvl1pPr lvl="0">
              <a:spcBef>
                <a:spcPts val="0"/>
              </a:spcBef>
              <a:spcAft>
                <a:spcPts val="0"/>
              </a:spcAft>
              <a:buSzPts val="2300"/>
              <a:buFont typeface="Tomorrow Light"/>
              <a:buNone/>
              <a:defRPr sz="2300">
                <a:latin typeface="Tomorrow Light"/>
                <a:ea typeface="Tomorrow Light"/>
                <a:cs typeface="Tomorrow Light"/>
                <a:sym typeface="Tomorrow Light"/>
              </a:defRPr>
            </a:lvl1pPr>
            <a:lvl2pPr lvl="1">
              <a:spcBef>
                <a:spcPts val="0"/>
              </a:spcBef>
              <a:spcAft>
                <a:spcPts val="0"/>
              </a:spcAft>
              <a:buSzPts val="2300"/>
              <a:buNone/>
              <a:defRPr sz="2300"/>
            </a:lvl2pPr>
            <a:lvl3pPr lvl="2">
              <a:spcBef>
                <a:spcPts val="0"/>
              </a:spcBef>
              <a:spcAft>
                <a:spcPts val="0"/>
              </a:spcAft>
              <a:buSzPts val="2300"/>
              <a:buNone/>
              <a:defRPr sz="2300"/>
            </a:lvl3pPr>
            <a:lvl4pPr lvl="3">
              <a:spcBef>
                <a:spcPts val="0"/>
              </a:spcBef>
              <a:spcAft>
                <a:spcPts val="0"/>
              </a:spcAft>
              <a:buSzPts val="2300"/>
              <a:buNone/>
              <a:defRPr sz="2300"/>
            </a:lvl4pPr>
            <a:lvl5pPr lvl="4">
              <a:spcBef>
                <a:spcPts val="0"/>
              </a:spcBef>
              <a:spcAft>
                <a:spcPts val="0"/>
              </a:spcAft>
              <a:buSzPts val="2300"/>
              <a:buNone/>
              <a:defRPr sz="2300"/>
            </a:lvl5pPr>
            <a:lvl6pPr lvl="5">
              <a:spcBef>
                <a:spcPts val="0"/>
              </a:spcBef>
              <a:spcAft>
                <a:spcPts val="0"/>
              </a:spcAft>
              <a:buSzPts val="2300"/>
              <a:buNone/>
              <a:defRPr sz="2300"/>
            </a:lvl6pPr>
            <a:lvl7pPr lvl="6">
              <a:spcBef>
                <a:spcPts val="0"/>
              </a:spcBef>
              <a:spcAft>
                <a:spcPts val="0"/>
              </a:spcAft>
              <a:buSzPts val="2300"/>
              <a:buNone/>
              <a:defRPr sz="2300"/>
            </a:lvl7pPr>
            <a:lvl8pPr lvl="7">
              <a:spcBef>
                <a:spcPts val="0"/>
              </a:spcBef>
              <a:spcAft>
                <a:spcPts val="0"/>
              </a:spcAft>
              <a:buSzPts val="2300"/>
              <a:buNone/>
              <a:defRPr sz="2300"/>
            </a:lvl8pPr>
            <a:lvl9pPr lvl="8">
              <a:spcBef>
                <a:spcPts val="0"/>
              </a:spcBef>
              <a:spcAft>
                <a:spcPts val="0"/>
              </a:spcAft>
              <a:buSzPts val="2300"/>
              <a:buNone/>
              <a:defRPr sz="2300"/>
            </a:lvl9pPr>
          </a:lstStyle>
          <a:p/>
        </p:txBody>
      </p:sp>
      <p:sp>
        <p:nvSpPr>
          <p:cNvPr id="655" name="Google Shape;655;p32"/>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56" name="Google Shape;656;p32"/>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57" name="Google Shape;657;p32"/>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58" name="Google Shape;658;p32"/>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
        <p:nvSpPr>
          <p:cNvPr id="659" name="Google Shape;659;p32"/>
          <p:cNvSpPr txBox="1"/>
          <p:nvPr>
            <p:ph idx="9" type="subTitle"/>
          </p:nvPr>
        </p:nvSpPr>
        <p:spPr>
          <a:xfrm>
            <a:off x="0" y="0"/>
            <a:ext cx="3396600" cy="327300"/>
          </a:xfrm>
          <a:prstGeom prst="rect">
            <a:avLst/>
          </a:prstGeom>
        </p:spPr>
        <p:txBody>
          <a:bodyPr anchorCtr="0" anchor="t" bIns="91425" lIns="91425" spcFirstLastPara="1" rIns="91425" wrap="square" tIns="91425">
            <a:normAutofit/>
          </a:bodyPr>
          <a:lstStyle>
            <a:lvl1pPr lvl="0">
              <a:spcBef>
                <a:spcPts val="0"/>
              </a:spcBef>
              <a:spcAft>
                <a:spcPts val="0"/>
              </a:spcAft>
              <a:buSzPts val="800"/>
              <a:buFont typeface="Nunito Sans"/>
              <a:buNone/>
              <a:defRPr sz="800"/>
            </a:lvl1pPr>
            <a:lvl2pPr lvl="1">
              <a:spcBef>
                <a:spcPts val="0"/>
              </a:spcBef>
              <a:spcAft>
                <a:spcPts val="0"/>
              </a:spcAft>
              <a:buSzPts val="1000"/>
              <a:buFont typeface="Nunito Sans"/>
              <a:buNone/>
              <a:defRPr sz="1000"/>
            </a:lvl2pPr>
            <a:lvl3pPr lvl="2">
              <a:spcBef>
                <a:spcPts val="0"/>
              </a:spcBef>
              <a:spcAft>
                <a:spcPts val="0"/>
              </a:spcAft>
              <a:buSzPts val="1000"/>
              <a:buFont typeface="Nunito Sans"/>
              <a:buNone/>
              <a:defRPr sz="1000"/>
            </a:lvl3pPr>
            <a:lvl4pPr lvl="3">
              <a:spcBef>
                <a:spcPts val="0"/>
              </a:spcBef>
              <a:spcAft>
                <a:spcPts val="0"/>
              </a:spcAft>
              <a:buSzPts val="1000"/>
              <a:buFont typeface="Nunito Sans"/>
              <a:buNone/>
              <a:defRPr sz="1000"/>
            </a:lvl4pPr>
            <a:lvl5pPr lvl="4">
              <a:spcBef>
                <a:spcPts val="0"/>
              </a:spcBef>
              <a:spcAft>
                <a:spcPts val="0"/>
              </a:spcAft>
              <a:buSzPts val="1000"/>
              <a:buFont typeface="Nunito Sans"/>
              <a:buNone/>
              <a:defRPr sz="1000"/>
            </a:lvl5pPr>
            <a:lvl6pPr lvl="5">
              <a:spcBef>
                <a:spcPts val="0"/>
              </a:spcBef>
              <a:spcAft>
                <a:spcPts val="0"/>
              </a:spcAft>
              <a:buSzPts val="1000"/>
              <a:buFont typeface="Nunito Sans"/>
              <a:buNone/>
              <a:defRPr sz="1000"/>
            </a:lvl6pPr>
            <a:lvl7pPr lvl="6">
              <a:spcBef>
                <a:spcPts val="0"/>
              </a:spcBef>
              <a:spcAft>
                <a:spcPts val="0"/>
              </a:spcAft>
              <a:buSzPts val="1000"/>
              <a:buFont typeface="Nunito Sans"/>
              <a:buNone/>
              <a:defRPr sz="1000"/>
            </a:lvl7pPr>
            <a:lvl8pPr lvl="7">
              <a:spcBef>
                <a:spcPts val="0"/>
              </a:spcBef>
              <a:spcAft>
                <a:spcPts val="0"/>
              </a:spcAft>
              <a:buSzPts val="1000"/>
              <a:buFont typeface="Nunito Sans"/>
              <a:buNone/>
              <a:defRPr sz="1000"/>
            </a:lvl8pPr>
            <a:lvl9pPr lvl="8">
              <a:spcBef>
                <a:spcPts val="0"/>
              </a:spcBef>
              <a:spcAft>
                <a:spcPts val="0"/>
              </a:spcAft>
              <a:buSzPts val="1000"/>
              <a:buFont typeface="Nunito Sans"/>
              <a:buNone/>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9">
    <p:bg>
      <p:bgPr>
        <a:solidFill>
          <a:schemeClr val="dk1"/>
        </a:solidFill>
      </p:bgPr>
    </p:bg>
    <p:spTree>
      <p:nvGrpSpPr>
        <p:cNvPr id="660" name="Shape 660"/>
        <p:cNvGrpSpPr/>
        <p:nvPr/>
      </p:nvGrpSpPr>
      <p:grpSpPr>
        <a:xfrm>
          <a:off x="0" y="0"/>
          <a:ext cx="0" cy="0"/>
          <a:chOff x="0" y="0"/>
          <a:chExt cx="0" cy="0"/>
        </a:xfrm>
      </p:grpSpPr>
      <p:sp>
        <p:nvSpPr>
          <p:cNvPr id="661" name="Google Shape;661;p33"/>
          <p:cNvSpPr txBox="1"/>
          <p:nvPr>
            <p:ph idx="1" type="subTitle"/>
          </p:nvPr>
        </p:nvSpPr>
        <p:spPr>
          <a:xfrm>
            <a:off x="463475" y="1458450"/>
            <a:ext cx="2296800" cy="84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400"/>
              <a:buFont typeface="Nunito Sans"/>
              <a:buNone/>
              <a:defRPr sz="1400">
                <a:solidFill>
                  <a:schemeClr val="lt1"/>
                </a:solidFill>
              </a:defRPr>
            </a:lvl1pPr>
            <a:lvl2pPr lvl="1">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9pPr>
          </a:lstStyle>
          <a:p/>
        </p:txBody>
      </p:sp>
      <p:sp>
        <p:nvSpPr>
          <p:cNvPr id="662" name="Google Shape;662;p33"/>
          <p:cNvSpPr/>
          <p:nvPr/>
        </p:nvSpPr>
        <p:spPr>
          <a:xfrm>
            <a:off x="0" y="0"/>
            <a:ext cx="9144000" cy="327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63" name="Google Shape;663;p33"/>
          <p:cNvSpPr txBox="1"/>
          <p:nvPr>
            <p:ph idx="2" type="subTitle"/>
          </p:nvPr>
        </p:nvSpPr>
        <p:spPr>
          <a:xfrm>
            <a:off x="4368500" y="2287119"/>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4" name="Google Shape;664;p33"/>
          <p:cNvSpPr txBox="1"/>
          <p:nvPr>
            <p:ph idx="3" type="subTitle"/>
          </p:nvPr>
        </p:nvSpPr>
        <p:spPr>
          <a:xfrm>
            <a:off x="4368500" y="3937225"/>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5" name="Google Shape;665;p33"/>
          <p:cNvSpPr txBox="1"/>
          <p:nvPr>
            <p:ph idx="4" type="subTitle"/>
          </p:nvPr>
        </p:nvSpPr>
        <p:spPr>
          <a:xfrm>
            <a:off x="4368500" y="3112144"/>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6" name="Google Shape;666;p33"/>
          <p:cNvSpPr txBox="1"/>
          <p:nvPr>
            <p:ph idx="5" type="subTitle"/>
          </p:nvPr>
        </p:nvSpPr>
        <p:spPr>
          <a:xfrm>
            <a:off x="4368500" y="622654"/>
            <a:ext cx="4365600" cy="8253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7" name="Google Shape;667;p33"/>
          <p:cNvSpPr txBox="1"/>
          <p:nvPr>
            <p:ph idx="6" type="subTitle"/>
          </p:nvPr>
        </p:nvSpPr>
        <p:spPr>
          <a:xfrm>
            <a:off x="4368500" y="1447665"/>
            <a:ext cx="4365600" cy="835200"/>
          </a:xfrm>
          <a:prstGeom prst="rect">
            <a:avLst/>
          </a:prstGeom>
        </p:spPr>
        <p:txBody>
          <a:bodyPr anchorCtr="0" anchor="ctr" bIns="91425" lIns="162000" spcFirstLastPara="1" rIns="91425" wrap="square" tIns="91425">
            <a:normAutofit/>
          </a:bodyPr>
          <a:lstStyle>
            <a:lvl1pPr lvl="0">
              <a:spcBef>
                <a:spcPts val="0"/>
              </a:spcBef>
              <a:spcAft>
                <a:spcPts val="0"/>
              </a:spcAft>
              <a:buClr>
                <a:schemeClr val="lt1"/>
              </a:buClr>
              <a:buSzPts val="1200"/>
              <a:buFont typeface="Nunito Sans"/>
              <a:buNone/>
              <a:defRPr sz="1200">
                <a:solidFill>
                  <a:schemeClr val="lt1"/>
                </a:solidFill>
              </a:defRPr>
            </a:lvl1pPr>
            <a:lvl2pPr lvl="1">
              <a:spcBef>
                <a:spcPts val="0"/>
              </a:spcBef>
              <a:spcAft>
                <a:spcPts val="0"/>
              </a:spcAft>
              <a:buClr>
                <a:schemeClr val="lt1"/>
              </a:buClr>
              <a:buSzPts val="1200"/>
              <a:buFont typeface="Nunito Sans"/>
              <a:buNone/>
              <a:defRPr sz="1200">
                <a:solidFill>
                  <a:schemeClr val="lt1"/>
                </a:solidFill>
              </a:defRPr>
            </a:lvl2pPr>
            <a:lvl3pPr lvl="2">
              <a:spcBef>
                <a:spcPts val="0"/>
              </a:spcBef>
              <a:spcAft>
                <a:spcPts val="0"/>
              </a:spcAft>
              <a:buClr>
                <a:schemeClr val="lt1"/>
              </a:buClr>
              <a:buSzPts val="1200"/>
              <a:buFont typeface="Nunito Sans"/>
              <a:buNone/>
              <a:defRPr sz="1200">
                <a:solidFill>
                  <a:schemeClr val="lt1"/>
                </a:solidFill>
              </a:defRPr>
            </a:lvl3pPr>
            <a:lvl4pPr lvl="3">
              <a:spcBef>
                <a:spcPts val="0"/>
              </a:spcBef>
              <a:spcAft>
                <a:spcPts val="0"/>
              </a:spcAft>
              <a:buClr>
                <a:schemeClr val="lt1"/>
              </a:buClr>
              <a:buSzPts val="1200"/>
              <a:buFont typeface="Nunito Sans"/>
              <a:buNone/>
              <a:defRPr sz="1200">
                <a:solidFill>
                  <a:schemeClr val="lt1"/>
                </a:solidFill>
              </a:defRPr>
            </a:lvl4pPr>
            <a:lvl5pPr lvl="4">
              <a:spcBef>
                <a:spcPts val="0"/>
              </a:spcBef>
              <a:spcAft>
                <a:spcPts val="0"/>
              </a:spcAft>
              <a:buClr>
                <a:schemeClr val="lt1"/>
              </a:buClr>
              <a:buSzPts val="1200"/>
              <a:buFont typeface="Nunito Sans"/>
              <a:buNone/>
              <a:defRPr sz="1200">
                <a:solidFill>
                  <a:schemeClr val="lt1"/>
                </a:solidFill>
              </a:defRPr>
            </a:lvl5pPr>
            <a:lvl6pPr lvl="5">
              <a:spcBef>
                <a:spcPts val="0"/>
              </a:spcBef>
              <a:spcAft>
                <a:spcPts val="0"/>
              </a:spcAft>
              <a:buClr>
                <a:schemeClr val="lt1"/>
              </a:buClr>
              <a:buSzPts val="1200"/>
              <a:buFont typeface="Nunito Sans"/>
              <a:buNone/>
              <a:defRPr sz="1200">
                <a:solidFill>
                  <a:schemeClr val="lt1"/>
                </a:solidFill>
              </a:defRPr>
            </a:lvl6pPr>
            <a:lvl7pPr lvl="6">
              <a:spcBef>
                <a:spcPts val="0"/>
              </a:spcBef>
              <a:spcAft>
                <a:spcPts val="0"/>
              </a:spcAft>
              <a:buClr>
                <a:schemeClr val="lt1"/>
              </a:buClr>
              <a:buSzPts val="1200"/>
              <a:buFont typeface="Nunito Sans"/>
              <a:buNone/>
              <a:defRPr sz="1200">
                <a:solidFill>
                  <a:schemeClr val="lt1"/>
                </a:solidFill>
              </a:defRPr>
            </a:lvl7pPr>
            <a:lvl8pPr lvl="7">
              <a:spcBef>
                <a:spcPts val="0"/>
              </a:spcBef>
              <a:spcAft>
                <a:spcPts val="0"/>
              </a:spcAft>
              <a:buClr>
                <a:schemeClr val="lt1"/>
              </a:buClr>
              <a:buSzPts val="1200"/>
              <a:buFont typeface="Nunito Sans"/>
              <a:buNone/>
              <a:defRPr sz="1200">
                <a:solidFill>
                  <a:schemeClr val="lt1"/>
                </a:solidFill>
              </a:defRPr>
            </a:lvl8pPr>
            <a:lvl9pPr lvl="8">
              <a:spcBef>
                <a:spcPts val="0"/>
              </a:spcBef>
              <a:spcAft>
                <a:spcPts val="0"/>
              </a:spcAft>
              <a:buClr>
                <a:schemeClr val="lt1"/>
              </a:buClr>
              <a:buSzPts val="1200"/>
              <a:buFont typeface="Nunito Sans"/>
              <a:buNone/>
              <a:defRPr sz="1200">
                <a:solidFill>
                  <a:schemeClr val="lt1"/>
                </a:solidFill>
              </a:defRPr>
            </a:lvl9pPr>
          </a:lstStyle>
          <a:p/>
        </p:txBody>
      </p:sp>
      <p:sp>
        <p:nvSpPr>
          <p:cNvPr id="668" name="Google Shape;668;p33"/>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sp>
        <p:nvSpPr>
          <p:cNvPr id="669" name="Google Shape;669;p33"/>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sp>
        <p:nvSpPr>
          <p:cNvPr id="670" name="Google Shape;670;p33"/>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Tomorrow"/>
              <a:ea typeface="Tomorrow"/>
              <a:cs typeface="Tomorrow"/>
              <a:sym typeface="Tomorrow"/>
            </a:endParaRPr>
          </a:p>
        </p:txBody>
      </p:sp>
      <p:cxnSp>
        <p:nvCxnSpPr>
          <p:cNvPr id="671" name="Google Shape;671;p33"/>
          <p:cNvCxnSpPr/>
          <p:nvPr/>
        </p:nvCxnSpPr>
        <p:spPr>
          <a:xfrm>
            <a:off x="8442400" y="-2095"/>
            <a:ext cx="0" cy="327300"/>
          </a:xfrm>
          <a:prstGeom prst="straightConnector1">
            <a:avLst/>
          </a:prstGeom>
          <a:noFill/>
          <a:ln cap="flat" cmpd="sng" w="9525">
            <a:solidFill>
              <a:schemeClr val="accent6"/>
            </a:solidFill>
            <a:prstDash val="solid"/>
            <a:round/>
            <a:headEnd len="sm" w="sm" type="none"/>
            <a:tailEnd len="sm" w="sm" type="none"/>
          </a:ln>
        </p:spPr>
      </p:cxnSp>
      <p:cxnSp>
        <p:nvCxnSpPr>
          <p:cNvPr id="672" name="Google Shape;672;p33"/>
          <p:cNvCxnSpPr/>
          <p:nvPr/>
        </p:nvCxnSpPr>
        <p:spPr>
          <a:xfrm>
            <a:off x="8801100" y="-2151"/>
            <a:ext cx="0" cy="327300"/>
          </a:xfrm>
          <a:prstGeom prst="straightConnector1">
            <a:avLst/>
          </a:prstGeom>
          <a:noFill/>
          <a:ln cap="flat" cmpd="sng" w="9525">
            <a:solidFill>
              <a:schemeClr val="accent6"/>
            </a:solidFill>
            <a:prstDash val="solid"/>
            <a:round/>
            <a:headEnd len="sm" w="sm" type="none"/>
            <a:tailEnd len="sm" w="sm" type="none"/>
          </a:ln>
        </p:spPr>
      </p:cxnSp>
      <p:sp>
        <p:nvSpPr>
          <p:cNvPr id="673" name="Google Shape;673;p33"/>
          <p:cNvSpPr txBox="1"/>
          <p:nvPr>
            <p:ph idx="7" type="subTitle"/>
          </p:nvPr>
        </p:nvSpPr>
        <p:spPr>
          <a:xfrm>
            <a:off x="0" y="0"/>
            <a:ext cx="3396600" cy="330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2"/>
              </a:buClr>
              <a:buSzPts val="800"/>
              <a:buFont typeface="Nunito Sans"/>
              <a:buNone/>
              <a:defRPr sz="800">
                <a:solidFill>
                  <a:schemeClr val="lt2"/>
                </a:solidFill>
              </a:defRPr>
            </a:lvl1pPr>
            <a:lvl2pPr lvl="1">
              <a:spcBef>
                <a:spcPts val="0"/>
              </a:spcBef>
              <a:spcAft>
                <a:spcPts val="0"/>
              </a:spcAft>
              <a:buClr>
                <a:schemeClr val="lt2"/>
              </a:buClr>
              <a:buSzPts val="1000"/>
              <a:buFont typeface="Nunito Sans"/>
              <a:buNone/>
              <a:defRPr sz="1000">
                <a:solidFill>
                  <a:schemeClr val="lt2"/>
                </a:solidFill>
              </a:defRPr>
            </a:lvl2pPr>
            <a:lvl3pPr lvl="2">
              <a:spcBef>
                <a:spcPts val="0"/>
              </a:spcBef>
              <a:spcAft>
                <a:spcPts val="0"/>
              </a:spcAft>
              <a:buClr>
                <a:schemeClr val="lt2"/>
              </a:buClr>
              <a:buSzPts val="1000"/>
              <a:buFont typeface="Nunito Sans"/>
              <a:buNone/>
              <a:defRPr sz="1000">
                <a:solidFill>
                  <a:schemeClr val="lt2"/>
                </a:solidFill>
              </a:defRPr>
            </a:lvl3pPr>
            <a:lvl4pPr lvl="3">
              <a:spcBef>
                <a:spcPts val="0"/>
              </a:spcBef>
              <a:spcAft>
                <a:spcPts val="0"/>
              </a:spcAft>
              <a:buClr>
                <a:schemeClr val="lt2"/>
              </a:buClr>
              <a:buSzPts val="1000"/>
              <a:buFont typeface="Nunito Sans"/>
              <a:buNone/>
              <a:defRPr sz="1000">
                <a:solidFill>
                  <a:schemeClr val="lt2"/>
                </a:solidFill>
              </a:defRPr>
            </a:lvl4pPr>
            <a:lvl5pPr lvl="4">
              <a:spcBef>
                <a:spcPts val="0"/>
              </a:spcBef>
              <a:spcAft>
                <a:spcPts val="0"/>
              </a:spcAft>
              <a:buClr>
                <a:schemeClr val="lt2"/>
              </a:buClr>
              <a:buSzPts val="1000"/>
              <a:buFont typeface="Nunito Sans"/>
              <a:buNone/>
              <a:defRPr sz="1000">
                <a:solidFill>
                  <a:schemeClr val="lt2"/>
                </a:solidFill>
              </a:defRPr>
            </a:lvl5pPr>
            <a:lvl6pPr lvl="5">
              <a:spcBef>
                <a:spcPts val="0"/>
              </a:spcBef>
              <a:spcAft>
                <a:spcPts val="0"/>
              </a:spcAft>
              <a:buClr>
                <a:schemeClr val="lt2"/>
              </a:buClr>
              <a:buSzPts val="1000"/>
              <a:buFont typeface="Nunito Sans"/>
              <a:buNone/>
              <a:defRPr sz="1000">
                <a:solidFill>
                  <a:schemeClr val="lt2"/>
                </a:solidFill>
              </a:defRPr>
            </a:lvl6pPr>
            <a:lvl7pPr lvl="6">
              <a:spcBef>
                <a:spcPts val="0"/>
              </a:spcBef>
              <a:spcAft>
                <a:spcPts val="0"/>
              </a:spcAft>
              <a:buClr>
                <a:schemeClr val="lt2"/>
              </a:buClr>
              <a:buSzPts val="1000"/>
              <a:buFont typeface="Nunito Sans"/>
              <a:buNone/>
              <a:defRPr sz="1000">
                <a:solidFill>
                  <a:schemeClr val="lt2"/>
                </a:solidFill>
              </a:defRPr>
            </a:lvl7pPr>
            <a:lvl8pPr lvl="7">
              <a:spcBef>
                <a:spcPts val="0"/>
              </a:spcBef>
              <a:spcAft>
                <a:spcPts val="0"/>
              </a:spcAft>
              <a:buClr>
                <a:schemeClr val="lt2"/>
              </a:buClr>
              <a:buSzPts val="1000"/>
              <a:buFont typeface="Nunito Sans"/>
              <a:buNone/>
              <a:defRPr sz="1000">
                <a:solidFill>
                  <a:schemeClr val="lt2"/>
                </a:solidFill>
              </a:defRPr>
            </a:lvl8pPr>
            <a:lvl9pPr lvl="8">
              <a:spcBef>
                <a:spcPts val="0"/>
              </a:spcBef>
              <a:spcAft>
                <a:spcPts val="0"/>
              </a:spcAft>
              <a:buClr>
                <a:schemeClr val="lt2"/>
              </a:buClr>
              <a:buSzPts val="1000"/>
              <a:buFont typeface="Nunito Sans"/>
              <a:buNone/>
              <a:defRPr sz="1000">
                <a:solidFill>
                  <a:schemeClr val="lt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 Alt 2">
  <p:cSld name="CUSTOM_19_1">
    <p:bg>
      <p:bgPr>
        <a:solidFill>
          <a:schemeClr val="dk1"/>
        </a:solidFill>
      </p:bgPr>
    </p:bg>
    <p:spTree>
      <p:nvGrpSpPr>
        <p:cNvPr id="674" name="Shape 674"/>
        <p:cNvGrpSpPr/>
        <p:nvPr/>
      </p:nvGrpSpPr>
      <p:grpSpPr>
        <a:xfrm>
          <a:off x="0" y="0"/>
          <a:ext cx="0" cy="0"/>
          <a:chOff x="0" y="0"/>
          <a:chExt cx="0" cy="0"/>
        </a:xfrm>
      </p:grpSpPr>
      <p:sp>
        <p:nvSpPr>
          <p:cNvPr id="675" name="Google Shape;675;p34"/>
          <p:cNvSpPr txBox="1"/>
          <p:nvPr>
            <p:ph idx="1" type="subTitle"/>
          </p:nvPr>
        </p:nvSpPr>
        <p:spPr>
          <a:xfrm>
            <a:off x="2284724" y="3063600"/>
            <a:ext cx="1152600" cy="1078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6" name="Google Shape;676;p34"/>
          <p:cNvSpPr txBox="1"/>
          <p:nvPr>
            <p:ph idx="2" type="subTitle"/>
          </p:nvPr>
        </p:nvSpPr>
        <p:spPr>
          <a:xfrm>
            <a:off x="4118688" y="3010800"/>
            <a:ext cx="1152600" cy="11844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7" name="Google Shape;677;p34"/>
          <p:cNvSpPr txBox="1"/>
          <p:nvPr>
            <p:ph idx="3" type="subTitle"/>
          </p:nvPr>
        </p:nvSpPr>
        <p:spPr>
          <a:xfrm>
            <a:off x="5952638" y="3028050"/>
            <a:ext cx="1131900" cy="11499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8" name="Google Shape;678;p34"/>
          <p:cNvSpPr txBox="1"/>
          <p:nvPr>
            <p:ph idx="4" type="subTitle"/>
          </p:nvPr>
        </p:nvSpPr>
        <p:spPr>
          <a:xfrm>
            <a:off x="463475" y="3063600"/>
            <a:ext cx="1152600" cy="1078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79" name="Google Shape;679;p34"/>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6"/>
              </a:buClr>
              <a:buSzPts val="800"/>
              <a:buFont typeface="Nunito Sans"/>
              <a:buNone/>
              <a:defRPr sz="800">
                <a:solidFill>
                  <a:schemeClr val="accent6"/>
                </a:solidFill>
              </a:defRPr>
            </a:lvl1pPr>
            <a:lvl2pPr lvl="1">
              <a:spcBef>
                <a:spcPts val="0"/>
              </a:spcBef>
              <a:spcAft>
                <a:spcPts val="0"/>
              </a:spcAft>
              <a:buClr>
                <a:schemeClr val="accent6"/>
              </a:buClr>
              <a:buSzPts val="1000"/>
              <a:buFont typeface="Nunito Sans"/>
              <a:buNone/>
              <a:defRPr sz="1000">
                <a:solidFill>
                  <a:schemeClr val="accent6"/>
                </a:solidFill>
              </a:defRPr>
            </a:lvl2pPr>
            <a:lvl3pPr lvl="2">
              <a:spcBef>
                <a:spcPts val="0"/>
              </a:spcBef>
              <a:spcAft>
                <a:spcPts val="0"/>
              </a:spcAft>
              <a:buClr>
                <a:schemeClr val="accent6"/>
              </a:buClr>
              <a:buSzPts val="1000"/>
              <a:buFont typeface="Nunito Sans"/>
              <a:buNone/>
              <a:defRPr sz="1000">
                <a:solidFill>
                  <a:schemeClr val="accent6"/>
                </a:solidFill>
              </a:defRPr>
            </a:lvl3pPr>
            <a:lvl4pPr lvl="3">
              <a:spcBef>
                <a:spcPts val="0"/>
              </a:spcBef>
              <a:spcAft>
                <a:spcPts val="0"/>
              </a:spcAft>
              <a:buClr>
                <a:schemeClr val="accent6"/>
              </a:buClr>
              <a:buSzPts val="1000"/>
              <a:buFont typeface="Nunito Sans"/>
              <a:buNone/>
              <a:defRPr sz="1000">
                <a:solidFill>
                  <a:schemeClr val="accent6"/>
                </a:solidFill>
              </a:defRPr>
            </a:lvl4pPr>
            <a:lvl5pPr lvl="4">
              <a:spcBef>
                <a:spcPts val="0"/>
              </a:spcBef>
              <a:spcAft>
                <a:spcPts val="0"/>
              </a:spcAft>
              <a:buClr>
                <a:schemeClr val="accent6"/>
              </a:buClr>
              <a:buSzPts val="1000"/>
              <a:buFont typeface="Nunito Sans"/>
              <a:buNone/>
              <a:defRPr sz="1000">
                <a:solidFill>
                  <a:schemeClr val="accent6"/>
                </a:solidFill>
              </a:defRPr>
            </a:lvl5pPr>
            <a:lvl6pPr lvl="5">
              <a:spcBef>
                <a:spcPts val="0"/>
              </a:spcBef>
              <a:spcAft>
                <a:spcPts val="0"/>
              </a:spcAft>
              <a:buClr>
                <a:schemeClr val="accent6"/>
              </a:buClr>
              <a:buSzPts val="1000"/>
              <a:buFont typeface="Nunito Sans"/>
              <a:buNone/>
              <a:defRPr sz="1000">
                <a:solidFill>
                  <a:schemeClr val="accent6"/>
                </a:solidFill>
              </a:defRPr>
            </a:lvl6pPr>
            <a:lvl7pPr lvl="6">
              <a:spcBef>
                <a:spcPts val="0"/>
              </a:spcBef>
              <a:spcAft>
                <a:spcPts val="0"/>
              </a:spcAft>
              <a:buClr>
                <a:schemeClr val="accent6"/>
              </a:buClr>
              <a:buSzPts val="1000"/>
              <a:buFont typeface="Nunito Sans"/>
              <a:buNone/>
              <a:defRPr sz="1000">
                <a:solidFill>
                  <a:schemeClr val="accent6"/>
                </a:solidFill>
              </a:defRPr>
            </a:lvl7pPr>
            <a:lvl8pPr lvl="7">
              <a:spcBef>
                <a:spcPts val="0"/>
              </a:spcBef>
              <a:spcAft>
                <a:spcPts val="0"/>
              </a:spcAft>
              <a:buClr>
                <a:schemeClr val="accent6"/>
              </a:buClr>
              <a:buSzPts val="1000"/>
              <a:buFont typeface="Nunito Sans"/>
              <a:buNone/>
              <a:defRPr sz="1000">
                <a:solidFill>
                  <a:schemeClr val="accent6"/>
                </a:solidFill>
              </a:defRPr>
            </a:lvl8pPr>
            <a:lvl9pPr lvl="8">
              <a:spcBef>
                <a:spcPts val="0"/>
              </a:spcBef>
              <a:spcAft>
                <a:spcPts val="0"/>
              </a:spcAft>
              <a:buClr>
                <a:schemeClr val="accent6"/>
              </a:buClr>
              <a:buSzPts val="1000"/>
              <a:buFont typeface="Nunito Sans"/>
              <a:buNone/>
              <a:defRPr sz="1000">
                <a:solidFill>
                  <a:schemeClr val="accent6"/>
                </a:solidFill>
              </a:defRPr>
            </a:lvl9pPr>
          </a:lstStyle>
          <a:p/>
        </p:txBody>
      </p:sp>
      <p:sp>
        <p:nvSpPr>
          <p:cNvPr id="680" name="Google Shape;680;p34"/>
          <p:cNvSpPr txBox="1"/>
          <p:nvPr>
            <p:ph idx="6" type="subTitle"/>
          </p:nvPr>
        </p:nvSpPr>
        <p:spPr>
          <a:xfrm>
            <a:off x="7765912" y="2952300"/>
            <a:ext cx="1131900" cy="13014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681" name="Google Shape;681;p34"/>
          <p:cNvSpPr txBox="1"/>
          <p:nvPr>
            <p:ph idx="7" type="subTitle"/>
          </p:nvPr>
        </p:nvSpPr>
        <p:spPr>
          <a:xfrm>
            <a:off x="463475" y="1458450"/>
            <a:ext cx="2296800" cy="8496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2pPr>
            <a:lvl3pPr lvl="2">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3pPr>
            <a:lvl4pPr lvl="3">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4pPr>
            <a:lvl5pPr lvl="4">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5pPr>
            <a:lvl6pPr lvl="5">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6pPr>
            <a:lvl7pPr lvl="6">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7pPr>
            <a:lvl8pPr lvl="7">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8pPr>
            <a:lvl9pPr lvl="8">
              <a:lnSpc>
                <a:spcPct val="100000"/>
              </a:lnSpc>
              <a:spcBef>
                <a:spcPts val="0"/>
              </a:spcBef>
              <a:spcAft>
                <a:spcPts val="0"/>
              </a:spcAft>
              <a:buClr>
                <a:schemeClr val="lt1"/>
              </a:buClr>
              <a:buSzPts val="1400"/>
              <a:buFont typeface="Nunito Sans ExtraLight"/>
              <a:buNone/>
              <a:defRPr>
                <a:solidFill>
                  <a:schemeClr val="lt1"/>
                </a:solidFill>
                <a:latin typeface="Nunito Sans ExtraLight"/>
                <a:ea typeface="Nunito Sans ExtraLight"/>
                <a:cs typeface="Nunito Sans ExtraLight"/>
                <a:sym typeface="Nunito Sans ExtraLight"/>
              </a:defRPr>
            </a:lvl9pPr>
          </a:lstStyle>
          <a:p/>
        </p:txBody>
      </p:sp>
      <p:sp>
        <p:nvSpPr>
          <p:cNvPr id="682" name="Google Shape;682;p34"/>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300"/>
              <a:buFont typeface="Tomorrow Light"/>
              <a:buNone/>
              <a:defRPr sz="2300">
                <a:solidFill>
                  <a:schemeClr val="lt1"/>
                </a:solidFill>
                <a:latin typeface="Tomorrow Light"/>
                <a:ea typeface="Tomorrow Light"/>
                <a:cs typeface="Tomorrow Light"/>
                <a:sym typeface="Tomorrow Light"/>
              </a:defRPr>
            </a:lvl1pPr>
            <a:lvl2pPr lvl="1">
              <a:spcBef>
                <a:spcPts val="0"/>
              </a:spcBef>
              <a:spcAft>
                <a:spcPts val="0"/>
              </a:spcAft>
              <a:buClr>
                <a:schemeClr val="lt1"/>
              </a:buClr>
              <a:buSzPts val="2300"/>
              <a:buNone/>
              <a:defRPr sz="2300">
                <a:solidFill>
                  <a:schemeClr val="lt1"/>
                </a:solidFill>
              </a:defRPr>
            </a:lvl2pPr>
            <a:lvl3pPr lvl="2">
              <a:spcBef>
                <a:spcPts val="0"/>
              </a:spcBef>
              <a:spcAft>
                <a:spcPts val="0"/>
              </a:spcAft>
              <a:buClr>
                <a:schemeClr val="lt1"/>
              </a:buClr>
              <a:buSzPts val="2300"/>
              <a:buNone/>
              <a:defRPr sz="2300">
                <a:solidFill>
                  <a:schemeClr val="lt1"/>
                </a:solidFill>
              </a:defRPr>
            </a:lvl3pPr>
            <a:lvl4pPr lvl="3">
              <a:spcBef>
                <a:spcPts val="0"/>
              </a:spcBef>
              <a:spcAft>
                <a:spcPts val="0"/>
              </a:spcAft>
              <a:buClr>
                <a:schemeClr val="lt1"/>
              </a:buClr>
              <a:buSzPts val="2300"/>
              <a:buNone/>
              <a:defRPr sz="2300">
                <a:solidFill>
                  <a:schemeClr val="lt1"/>
                </a:solidFill>
              </a:defRPr>
            </a:lvl4pPr>
            <a:lvl5pPr lvl="4">
              <a:spcBef>
                <a:spcPts val="0"/>
              </a:spcBef>
              <a:spcAft>
                <a:spcPts val="0"/>
              </a:spcAft>
              <a:buClr>
                <a:schemeClr val="lt1"/>
              </a:buClr>
              <a:buSzPts val="2300"/>
              <a:buNone/>
              <a:defRPr sz="2300">
                <a:solidFill>
                  <a:schemeClr val="lt1"/>
                </a:solidFill>
              </a:defRPr>
            </a:lvl5pPr>
            <a:lvl6pPr lvl="5">
              <a:spcBef>
                <a:spcPts val="0"/>
              </a:spcBef>
              <a:spcAft>
                <a:spcPts val="0"/>
              </a:spcAft>
              <a:buClr>
                <a:schemeClr val="lt1"/>
              </a:buClr>
              <a:buSzPts val="2300"/>
              <a:buNone/>
              <a:defRPr sz="2300">
                <a:solidFill>
                  <a:schemeClr val="lt1"/>
                </a:solidFill>
              </a:defRPr>
            </a:lvl6pPr>
            <a:lvl7pPr lvl="6">
              <a:spcBef>
                <a:spcPts val="0"/>
              </a:spcBef>
              <a:spcAft>
                <a:spcPts val="0"/>
              </a:spcAft>
              <a:buClr>
                <a:schemeClr val="lt1"/>
              </a:buClr>
              <a:buSzPts val="2300"/>
              <a:buNone/>
              <a:defRPr sz="2300">
                <a:solidFill>
                  <a:schemeClr val="lt1"/>
                </a:solidFill>
              </a:defRPr>
            </a:lvl7pPr>
            <a:lvl8pPr lvl="7">
              <a:spcBef>
                <a:spcPts val="0"/>
              </a:spcBef>
              <a:spcAft>
                <a:spcPts val="0"/>
              </a:spcAft>
              <a:buClr>
                <a:schemeClr val="lt1"/>
              </a:buClr>
              <a:buSzPts val="2300"/>
              <a:buNone/>
              <a:defRPr sz="2300">
                <a:solidFill>
                  <a:schemeClr val="lt1"/>
                </a:solidFill>
              </a:defRPr>
            </a:lvl8pPr>
            <a:lvl9pPr lvl="8">
              <a:spcBef>
                <a:spcPts val="0"/>
              </a:spcBef>
              <a:spcAft>
                <a:spcPts val="0"/>
              </a:spcAft>
              <a:buClr>
                <a:schemeClr val="lt1"/>
              </a:buClr>
              <a:buSzPts val="2300"/>
              <a:buNone/>
              <a:defRPr sz="2300">
                <a:solidFill>
                  <a:schemeClr val="lt1"/>
                </a:solidFill>
              </a:defRPr>
            </a:lvl9pPr>
          </a:lstStyle>
          <a:p/>
        </p:txBody>
      </p:sp>
      <p:grpSp>
        <p:nvGrpSpPr>
          <p:cNvPr id="683" name="Google Shape;683;p34"/>
          <p:cNvGrpSpPr/>
          <p:nvPr/>
        </p:nvGrpSpPr>
        <p:grpSpPr>
          <a:xfrm>
            <a:off x="-3175" y="1"/>
            <a:ext cx="9146700" cy="330024"/>
            <a:chOff x="-3175" y="1"/>
            <a:chExt cx="9146700" cy="330024"/>
          </a:xfrm>
        </p:grpSpPr>
        <p:sp>
          <p:nvSpPr>
            <p:cNvPr id="684" name="Google Shape;684;p34"/>
            <p:cNvSpPr/>
            <p:nvPr/>
          </p:nvSpPr>
          <p:spPr>
            <a:xfrm>
              <a:off x="8952255" y="115632"/>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sp>
          <p:nvSpPr>
            <p:cNvPr id="685" name="Google Shape;685;p34"/>
            <p:cNvSpPr/>
            <p:nvPr/>
          </p:nvSpPr>
          <p:spPr>
            <a:xfrm rot="10800000">
              <a:off x="8571371" y="115701"/>
              <a:ext cx="78600" cy="89100"/>
            </a:xfrm>
            <a:prstGeom prst="chevron">
              <a:avLst>
                <a:gd fmla="val 67909"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Tomorrow"/>
                <a:ea typeface="Tomorrow"/>
                <a:cs typeface="Tomorrow"/>
                <a:sym typeface="Tomorrow"/>
              </a:endParaRPr>
            </a:p>
          </p:txBody>
        </p:sp>
        <p:cxnSp>
          <p:nvCxnSpPr>
            <p:cNvPr id="686" name="Google Shape;686;p34"/>
            <p:cNvCxnSpPr/>
            <p:nvPr/>
          </p:nvCxnSpPr>
          <p:spPr>
            <a:xfrm>
              <a:off x="8442400" y="1"/>
              <a:ext cx="0" cy="330000"/>
            </a:xfrm>
            <a:prstGeom prst="straightConnector1">
              <a:avLst/>
            </a:prstGeom>
            <a:noFill/>
            <a:ln cap="flat" cmpd="sng" w="9525">
              <a:solidFill>
                <a:schemeClr val="dk2"/>
              </a:solidFill>
              <a:prstDash val="solid"/>
              <a:round/>
              <a:headEnd len="sm" w="sm" type="none"/>
              <a:tailEnd len="sm" w="sm" type="none"/>
            </a:ln>
          </p:spPr>
        </p:cxnSp>
        <p:cxnSp>
          <p:nvCxnSpPr>
            <p:cNvPr id="687" name="Google Shape;687;p34"/>
            <p:cNvCxnSpPr/>
            <p:nvPr/>
          </p:nvCxnSpPr>
          <p:spPr>
            <a:xfrm>
              <a:off x="8801100" y="19"/>
              <a:ext cx="0" cy="330000"/>
            </a:xfrm>
            <a:prstGeom prst="straightConnector1">
              <a:avLst/>
            </a:prstGeom>
            <a:noFill/>
            <a:ln cap="flat" cmpd="sng" w="9525">
              <a:solidFill>
                <a:schemeClr val="dk2"/>
              </a:solidFill>
              <a:prstDash val="solid"/>
              <a:round/>
              <a:headEnd len="sm" w="sm" type="none"/>
              <a:tailEnd len="sm" w="sm" type="none"/>
            </a:ln>
          </p:spPr>
        </p:cxnSp>
        <p:cxnSp>
          <p:nvCxnSpPr>
            <p:cNvPr id="688" name="Google Shape;688;p34"/>
            <p:cNvCxnSpPr/>
            <p:nvPr/>
          </p:nvCxnSpPr>
          <p:spPr>
            <a:xfrm rot="10800000">
              <a:off x="-3175" y="330025"/>
              <a:ext cx="9146700" cy="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cSld name="CUSTOM_14">
    <p:bg>
      <p:bgPr>
        <a:solidFill>
          <a:schemeClr val="dk1"/>
        </a:solidFill>
      </p:bgPr>
    </p:bg>
    <p:spTree>
      <p:nvGrpSpPr>
        <p:cNvPr id="689" name="Shape 689"/>
        <p:cNvGrpSpPr/>
        <p:nvPr/>
      </p:nvGrpSpPr>
      <p:grpSpPr>
        <a:xfrm>
          <a:off x="0" y="0"/>
          <a:ext cx="0" cy="0"/>
          <a:chOff x="0" y="0"/>
          <a:chExt cx="0" cy="0"/>
        </a:xfrm>
      </p:grpSpPr>
      <p:cxnSp>
        <p:nvCxnSpPr>
          <p:cNvPr id="690" name="Google Shape;690;p35"/>
          <p:cNvCxnSpPr/>
          <p:nvPr/>
        </p:nvCxnSpPr>
        <p:spPr>
          <a:xfrm>
            <a:off x="3564800" y="-9550"/>
            <a:ext cx="0" cy="5137200"/>
          </a:xfrm>
          <a:prstGeom prst="straightConnector1">
            <a:avLst/>
          </a:prstGeom>
          <a:noFill/>
          <a:ln cap="flat" cmpd="sng" w="9525">
            <a:solidFill>
              <a:schemeClr val="dk2"/>
            </a:solidFill>
            <a:prstDash val="solid"/>
            <a:round/>
            <a:headEnd len="sm" w="sm" type="none"/>
            <a:tailEnd len="sm" w="sm" type="none"/>
          </a:ln>
        </p:spPr>
      </p:cxnSp>
      <p:cxnSp>
        <p:nvCxnSpPr>
          <p:cNvPr id="691" name="Google Shape;691;p35"/>
          <p:cNvCxnSpPr>
            <a:stCxn id="692" idx="3"/>
          </p:cNvCxnSpPr>
          <p:nvPr/>
        </p:nvCxnSpPr>
        <p:spPr>
          <a:xfrm>
            <a:off x="3617150" y="4700200"/>
            <a:ext cx="5089800" cy="0"/>
          </a:xfrm>
          <a:prstGeom prst="straightConnector1">
            <a:avLst/>
          </a:prstGeom>
          <a:noFill/>
          <a:ln cap="flat" cmpd="sng" w="9525">
            <a:solidFill>
              <a:schemeClr val="dk2"/>
            </a:solidFill>
            <a:prstDash val="solid"/>
            <a:round/>
            <a:headEnd len="sm" w="sm" type="none"/>
            <a:tailEnd len="sm" w="sm" type="none"/>
          </a:ln>
        </p:spPr>
      </p:cxnSp>
      <p:sp>
        <p:nvSpPr>
          <p:cNvPr id="692" name="Google Shape;692;p35"/>
          <p:cNvSpPr/>
          <p:nvPr/>
        </p:nvSpPr>
        <p:spPr>
          <a:xfrm>
            <a:off x="3512450" y="4647850"/>
            <a:ext cx="104700" cy="10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693" name="Google Shape;693;p35"/>
          <p:cNvCxnSpPr>
            <a:endCxn id="694" idx="2"/>
          </p:cNvCxnSpPr>
          <p:nvPr/>
        </p:nvCxnSpPr>
        <p:spPr>
          <a:xfrm rot="10800000">
            <a:off x="8705825" y="2353400"/>
            <a:ext cx="0" cy="2345400"/>
          </a:xfrm>
          <a:prstGeom prst="straightConnector1">
            <a:avLst/>
          </a:prstGeom>
          <a:noFill/>
          <a:ln cap="flat" cmpd="sng" w="9525">
            <a:solidFill>
              <a:schemeClr val="dk2"/>
            </a:solidFill>
            <a:prstDash val="solid"/>
            <a:round/>
            <a:headEnd len="sm" w="sm" type="none"/>
            <a:tailEnd len="sm" w="sm" type="none"/>
          </a:ln>
        </p:spPr>
      </p:cxnSp>
      <p:sp>
        <p:nvSpPr>
          <p:cNvPr id="695" name="Google Shape;695;p35"/>
          <p:cNvSpPr/>
          <p:nvPr/>
        </p:nvSpPr>
        <p:spPr>
          <a:xfrm>
            <a:off x="8653475" y="464785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cxnSp>
        <p:nvCxnSpPr>
          <p:cNvPr id="696" name="Google Shape;696;p35"/>
          <p:cNvCxnSpPr/>
          <p:nvPr/>
        </p:nvCxnSpPr>
        <p:spPr>
          <a:xfrm rot="10800000">
            <a:off x="-6350" y="2301050"/>
            <a:ext cx="8709900" cy="0"/>
          </a:xfrm>
          <a:prstGeom prst="straightConnector1">
            <a:avLst/>
          </a:prstGeom>
          <a:noFill/>
          <a:ln cap="flat" cmpd="sng" w="9525">
            <a:solidFill>
              <a:schemeClr val="dk2"/>
            </a:solidFill>
            <a:prstDash val="solid"/>
            <a:round/>
            <a:headEnd len="sm" w="sm" type="none"/>
            <a:tailEnd len="sm" w="sm" type="none"/>
          </a:ln>
        </p:spPr>
      </p:cxnSp>
      <p:sp>
        <p:nvSpPr>
          <p:cNvPr id="697" name="Google Shape;697;p35"/>
          <p:cNvSpPr/>
          <p:nvPr/>
        </p:nvSpPr>
        <p:spPr>
          <a:xfrm>
            <a:off x="3512450" y="2248700"/>
            <a:ext cx="104700" cy="104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94" name="Google Shape;694;p35"/>
          <p:cNvSpPr/>
          <p:nvPr/>
        </p:nvSpPr>
        <p:spPr>
          <a:xfrm>
            <a:off x="8653475" y="2248700"/>
            <a:ext cx="104700" cy="10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Medium"/>
              <a:ea typeface="Nunito Sans Medium"/>
              <a:cs typeface="Nunito Sans Medium"/>
              <a:sym typeface="Nunito Sans Medium"/>
            </a:endParaRPr>
          </a:p>
        </p:txBody>
      </p:sp>
      <p:sp>
        <p:nvSpPr>
          <p:cNvPr id="698" name="Google Shape;698;p35"/>
          <p:cNvSpPr txBox="1"/>
          <p:nvPr>
            <p:ph type="ctrTitle"/>
          </p:nvPr>
        </p:nvSpPr>
        <p:spPr>
          <a:xfrm>
            <a:off x="3564800" y="2301050"/>
            <a:ext cx="5142300" cy="2412300"/>
          </a:xfrm>
          <a:prstGeom prst="rect">
            <a:avLst/>
          </a:prstGeom>
        </p:spPr>
        <p:txBody>
          <a:bodyPr anchorCtr="0" anchor="b" bIns="306000" lIns="234000" spcFirstLastPara="1" rIns="342000" wrap="square" tIns="91425">
            <a:normAutofit/>
          </a:bodyPr>
          <a:lstStyle>
            <a:lvl1pPr lvl="0"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1pPr>
            <a:lvl2pPr lvl="1"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2pPr>
            <a:lvl3pPr lvl="2"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3pPr>
            <a:lvl4pPr lvl="3"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4pPr>
            <a:lvl5pPr lvl="4"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5pPr>
            <a:lvl6pPr lvl="5"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6pPr>
            <a:lvl7pPr lvl="6"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7pPr>
            <a:lvl8pPr lvl="7"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8pPr>
            <a:lvl9pPr lvl="8" algn="r">
              <a:spcBef>
                <a:spcPts val="0"/>
              </a:spcBef>
              <a:spcAft>
                <a:spcPts val="0"/>
              </a:spcAft>
              <a:buClr>
                <a:schemeClr val="lt1"/>
              </a:buClr>
              <a:buSzPts val="3000"/>
              <a:buFont typeface="Tomorrow Light"/>
              <a:buNone/>
              <a:defRPr sz="3000">
                <a:solidFill>
                  <a:schemeClr val="lt1"/>
                </a:solidFill>
                <a:latin typeface="Tomorrow Light"/>
                <a:ea typeface="Tomorrow Light"/>
                <a:cs typeface="Tomorrow Light"/>
                <a:sym typeface="Tomorrow Light"/>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99" name="Shape 699"/>
        <p:cNvGrpSpPr/>
        <p:nvPr/>
      </p:nvGrpSpPr>
      <p:grpSpPr>
        <a:xfrm>
          <a:off x="0" y="0"/>
          <a:ext cx="0" cy="0"/>
          <a:chOff x="0" y="0"/>
          <a:chExt cx="0" cy="0"/>
        </a:xfrm>
      </p:grpSpPr>
      <p:sp>
        <p:nvSpPr>
          <p:cNvPr id="700" name="Google Shape;700;p3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01" name="Google Shape;701;p3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02" name="Shape 702"/>
        <p:cNvGrpSpPr/>
        <p:nvPr/>
      </p:nvGrpSpPr>
      <p:grpSpPr>
        <a:xfrm>
          <a:off x="0" y="0"/>
          <a:ext cx="0" cy="0"/>
          <a:chOff x="0" y="0"/>
          <a:chExt cx="0" cy="0"/>
        </a:xfrm>
      </p:grpSpPr>
      <p:sp>
        <p:nvSpPr>
          <p:cNvPr id="703" name="Google Shape;703;p3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04" name="Shape 704"/>
        <p:cNvGrpSpPr/>
        <p:nvPr/>
      </p:nvGrpSpPr>
      <p:grpSpPr>
        <a:xfrm>
          <a:off x="0" y="0"/>
          <a:ext cx="0" cy="0"/>
          <a:chOff x="0" y="0"/>
          <a:chExt cx="0" cy="0"/>
        </a:xfrm>
      </p:grpSpPr>
      <p:sp>
        <p:nvSpPr>
          <p:cNvPr id="705" name="Google Shape;705;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6" name="Google Shape;70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07" name="Shape 707"/>
        <p:cNvGrpSpPr/>
        <p:nvPr/>
      </p:nvGrpSpPr>
      <p:grpSpPr>
        <a:xfrm>
          <a:off x="0" y="0"/>
          <a:ext cx="0" cy="0"/>
          <a:chOff x="0" y="0"/>
          <a:chExt cx="0" cy="0"/>
        </a:xfrm>
      </p:grpSpPr>
      <p:sp>
        <p:nvSpPr>
          <p:cNvPr id="708" name="Google Shape;708;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9" name="Google Shape;709;p3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0" name="Google Shape;710;p3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11" name="Shape 711"/>
        <p:cNvGrpSpPr/>
        <p:nvPr/>
      </p:nvGrpSpPr>
      <p:grpSpPr>
        <a:xfrm>
          <a:off x="0" y="0"/>
          <a:ext cx="0" cy="0"/>
          <a:chOff x="0" y="0"/>
          <a:chExt cx="0" cy="0"/>
        </a:xfrm>
      </p:grpSpPr>
      <p:sp>
        <p:nvSpPr>
          <p:cNvPr id="712" name="Google Shape;712;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13" name="Shape 713"/>
        <p:cNvGrpSpPr/>
        <p:nvPr/>
      </p:nvGrpSpPr>
      <p:grpSpPr>
        <a:xfrm>
          <a:off x="0" y="0"/>
          <a:ext cx="0" cy="0"/>
          <a:chOff x="0" y="0"/>
          <a:chExt cx="0" cy="0"/>
        </a:xfrm>
      </p:grpSpPr>
      <p:sp>
        <p:nvSpPr>
          <p:cNvPr id="714" name="Google Shape;714;p4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5" name="Google Shape;715;p4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716" name="Shape 716"/>
        <p:cNvGrpSpPr/>
        <p:nvPr/>
      </p:nvGrpSpPr>
      <p:grpSpPr>
        <a:xfrm>
          <a:off x="0" y="0"/>
          <a:ext cx="0" cy="0"/>
          <a:chOff x="0" y="0"/>
          <a:chExt cx="0" cy="0"/>
        </a:xfrm>
      </p:grpSpPr>
      <p:sp>
        <p:nvSpPr>
          <p:cNvPr id="717" name="Google Shape;717;p4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718" name="Shape 718"/>
        <p:cNvGrpSpPr/>
        <p:nvPr/>
      </p:nvGrpSpPr>
      <p:grpSpPr>
        <a:xfrm>
          <a:off x="0" y="0"/>
          <a:ext cx="0" cy="0"/>
          <a:chOff x="0" y="0"/>
          <a:chExt cx="0" cy="0"/>
        </a:xfrm>
      </p:grpSpPr>
      <p:sp>
        <p:nvSpPr>
          <p:cNvPr id="719" name="Google Shape;719;p4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20" name="Google Shape;720;p4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1" name="Google Shape;721;p4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22" name="Shape 722"/>
        <p:cNvGrpSpPr/>
        <p:nvPr/>
      </p:nvGrpSpPr>
      <p:grpSpPr>
        <a:xfrm>
          <a:off x="0" y="0"/>
          <a:ext cx="0" cy="0"/>
          <a:chOff x="0" y="0"/>
          <a:chExt cx="0" cy="0"/>
        </a:xfrm>
      </p:grpSpPr>
      <p:sp>
        <p:nvSpPr>
          <p:cNvPr id="723" name="Google Shape;723;p4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24" name="Shape 724"/>
        <p:cNvGrpSpPr/>
        <p:nvPr/>
      </p:nvGrpSpPr>
      <p:grpSpPr>
        <a:xfrm>
          <a:off x="0" y="0"/>
          <a:ext cx="0" cy="0"/>
          <a:chOff x="0" y="0"/>
          <a:chExt cx="0" cy="0"/>
        </a:xfrm>
      </p:grpSpPr>
      <p:sp>
        <p:nvSpPr>
          <p:cNvPr id="725" name="Google Shape;725;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26" name="Google Shape;726;p4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27" name="Shape 727"/>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28" name="Shape 728"/>
        <p:cNvGrpSpPr/>
        <p:nvPr/>
      </p:nvGrpSpPr>
      <p:grpSpPr>
        <a:xfrm>
          <a:off x="0" y="0"/>
          <a:ext cx="0" cy="0"/>
          <a:chOff x="0" y="0"/>
          <a:chExt cx="0" cy="0"/>
        </a:xfrm>
      </p:grpSpPr>
      <p:sp>
        <p:nvSpPr>
          <p:cNvPr id="729" name="Google Shape;729;p4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0" name="Google Shape;730;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1" name="Google Shape;731;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2" name="Google Shape;732;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3" name="Google Shape;733;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4" name="Google Shape;734;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35" name="Google Shape;735;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736" name="Shape 736"/>
        <p:cNvGrpSpPr/>
        <p:nvPr/>
      </p:nvGrpSpPr>
      <p:grpSpPr>
        <a:xfrm>
          <a:off x="0" y="0"/>
          <a:ext cx="0" cy="0"/>
          <a:chOff x="0" y="0"/>
          <a:chExt cx="0" cy="0"/>
        </a:xfrm>
      </p:grpSpPr>
      <p:sp>
        <p:nvSpPr>
          <p:cNvPr id="737" name="Google Shape;737;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8" name="Google Shape;738;p4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9" name="Google Shape;739;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740" name="Shape 740"/>
        <p:cNvGrpSpPr/>
        <p:nvPr/>
      </p:nvGrpSpPr>
      <p:grpSpPr>
        <a:xfrm>
          <a:off x="0" y="0"/>
          <a:ext cx="0" cy="0"/>
          <a:chOff x="0" y="0"/>
          <a:chExt cx="0" cy="0"/>
        </a:xfrm>
      </p:grpSpPr>
      <p:sp>
        <p:nvSpPr>
          <p:cNvPr id="741" name="Google Shape;741;p4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2" name="Google Shape;742;p4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3" name="Google Shape;743;p4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4" name="Google Shape;744;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45" name="Google Shape;745;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746" name="Shape 746"/>
        <p:cNvGrpSpPr/>
        <p:nvPr/>
      </p:nvGrpSpPr>
      <p:grpSpPr>
        <a:xfrm>
          <a:off x="0" y="0"/>
          <a:ext cx="0" cy="0"/>
          <a:chOff x="0" y="0"/>
          <a:chExt cx="0" cy="0"/>
        </a:xfrm>
      </p:grpSpPr>
      <p:sp>
        <p:nvSpPr>
          <p:cNvPr id="747" name="Google Shape;747;p5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8" name="Google Shape;748;p5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9" name="Google Shape;749;p5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0" name="Google Shape;750;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1" name="Google Shape;751;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2" name="Google Shape;752;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53" name="Google Shape;753;p5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754" name="Shape 754"/>
        <p:cNvGrpSpPr/>
        <p:nvPr/>
      </p:nvGrpSpPr>
      <p:grpSpPr>
        <a:xfrm>
          <a:off x="0" y="0"/>
          <a:ext cx="0" cy="0"/>
          <a:chOff x="0" y="0"/>
          <a:chExt cx="0" cy="0"/>
        </a:xfrm>
      </p:grpSpPr>
      <p:sp>
        <p:nvSpPr>
          <p:cNvPr id="755" name="Google Shape;755;p5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6" name="Google Shape;756;p5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7" name="Google Shape;757;p5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8" name="Google Shape;758;p5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9" name="Google Shape;759;p5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60" name="Google Shape;760;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1" name="Google Shape;761;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2" name="Google Shape;762;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3" name="Google Shape;763;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764" name="Shape 764"/>
        <p:cNvGrpSpPr/>
        <p:nvPr/>
      </p:nvGrpSpPr>
      <p:grpSpPr>
        <a:xfrm>
          <a:off x="0" y="0"/>
          <a:ext cx="0" cy="0"/>
          <a:chOff x="0" y="0"/>
          <a:chExt cx="0" cy="0"/>
        </a:xfrm>
      </p:grpSpPr>
      <p:sp>
        <p:nvSpPr>
          <p:cNvPr id="765" name="Google Shape;76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6" name="Google Shape;766;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767" name="Shape 767"/>
        <p:cNvGrpSpPr/>
        <p:nvPr/>
      </p:nvGrpSpPr>
      <p:grpSpPr>
        <a:xfrm>
          <a:off x="0" y="0"/>
          <a:ext cx="0" cy="0"/>
          <a:chOff x="0" y="0"/>
          <a:chExt cx="0" cy="0"/>
        </a:xfrm>
      </p:grpSpPr>
      <p:sp>
        <p:nvSpPr>
          <p:cNvPr id="768" name="Google Shape;768;p5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9" name="Google Shape;769;p53"/>
          <p:cNvSpPr/>
          <p:nvPr>
            <p:ph idx="2" type="pic"/>
          </p:nvPr>
        </p:nvSpPr>
        <p:spPr>
          <a:xfrm>
            <a:off x="4804825" y="1133300"/>
            <a:ext cx="4027500" cy="2392800"/>
          </a:xfrm>
          <a:prstGeom prst="rect">
            <a:avLst/>
          </a:prstGeom>
          <a:noFill/>
          <a:ln>
            <a:noFill/>
          </a:ln>
        </p:spPr>
      </p:sp>
      <p:sp>
        <p:nvSpPr>
          <p:cNvPr id="770" name="Google Shape;770;p53"/>
          <p:cNvSpPr/>
          <p:nvPr>
            <p:ph idx="3" type="pic"/>
          </p:nvPr>
        </p:nvSpPr>
        <p:spPr>
          <a:xfrm>
            <a:off x="311725" y="1133300"/>
            <a:ext cx="4027500" cy="2392800"/>
          </a:xfrm>
          <a:prstGeom prst="rect">
            <a:avLst/>
          </a:prstGeom>
          <a:noFill/>
          <a:ln>
            <a:noFill/>
          </a:ln>
        </p:spPr>
      </p:sp>
      <p:sp>
        <p:nvSpPr>
          <p:cNvPr id="771" name="Google Shape;771;p5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2" name="Google Shape;772;p5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3" name="Google Shape;773;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4" name="Google Shape;774;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775" name="Shape 775"/>
        <p:cNvGrpSpPr/>
        <p:nvPr/>
      </p:nvGrpSpPr>
      <p:grpSpPr>
        <a:xfrm>
          <a:off x="0" y="0"/>
          <a:ext cx="0" cy="0"/>
          <a:chOff x="0" y="0"/>
          <a:chExt cx="0" cy="0"/>
        </a:xfrm>
      </p:grpSpPr>
      <p:sp>
        <p:nvSpPr>
          <p:cNvPr id="776" name="Google Shape;776;p5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7" name="Google Shape;777;p54"/>
          <p:cNvSpPr/>
          <p:nvPr>
            <p:ph idx="2" type="pic"/>
          </p:nvPr>
        </p:nvSpPr>
        <p:spPr>
          <a:xfrm>
            <a:off x="6205225" y="1128325"/>
            <a:ext cx="2627100" cy="2273100"/>
          </a:xfrm>
          <a:prstGeom prst="rect">
            <a:avLst/>
          </a:prstGeom>
          <a:noFill/>
          <a:ln>
            <a:noFill/>
          </a:ln>
        </p:spPr>
      </p:sp>
      <p:sp>
        <p:nvSpPr>
          <p:cNvPr id="778" name="Google Shape;778;p54"/>
          <p:cNvSpPr/>
          <p:nvPr>
            <p:ph idx="3" type="pic"/>
          </p:nvPr>
        </p:nvSpPr>
        <p:spPr>
          <a:xfrm>
            <a:off x="311725" y="1128325"/>
            <a:ext cx="2627100" cy="2273100"/>
          </a:xfrm>
          <a:prstGeom prst="rect">
            <a:avLst/>
          </a:prstGeom>
          <a:noFill/>
          <a:ln>
            <a:noFill/>
          </a:ln>
        </p:spPr>
      </p:sp>
      <p:sp>
        <p:nvSpPr>
          <p:cNvPr id="779" name="Google Shape;779;p5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0" name="Google Shape;780;p54"/>
          <p:cNvSpPr/>
          <p:nvPr>
            <p:ph idx="5" type="pic"/>
          </p:nvPr>
        </p:nvSpPr>
        <p:spPr>
          <a:xfrm>
            <a:off x="3255250" y="1128325"/>
            <a:ext cx="2627100" cy="2273100"/>
          </a:xfrm>
          <a:prstGeom prst="rect">
            <a:avLst/>
          </a:prstGeom>
          <a:noFill/>
          <a:ln>
            <a:noFill/>
          </a:ln>
        </p:spPr>
      </p:sp>
      <p:sp>
        <p:nvSpPr>
          <p:cNvPr id="781" name="Google Shape;781;p5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2" name="Google Shape;782;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3" name="Google Shape;783;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84" name="Google Shape;784;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85" name="Google Shape;785;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786" name="Shape 786"/>
        <p:cNvGrpSpPr/>
        <p:nvPr/>
      </p:nvGrpSpPr>
      <p:grpSpPr>
        <a:xfrm>
          <a:off x="0" y="0"/>
          <a:ext cx="0" cy="0"/>
          <a:chOff x="0" y="0"/>
          <a:chExt cx="0" cy="0"/>
        </a:xfrm>
      </p:grpSpPr>
      <p:sp>
        <p:nvSpPr>
          <p:cNvPr id="787" name="Google Shape;787;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788" name="Shape 788"/>
        <p:cNvGrpSpPr/>
        <p:nvPr/>
      </p:nvGrpSpPr>
      <p:grpSpPr>
        <a:xfrm>
          <a:off x="0" y="0"/>
          <a:ext cx="0" cy="0"/>
          <a:chOff x="0" y="0"/>
          <a:chExt cx="0" cy="0"/>
        </a:xfrm>
      </p:grpSpPr>
      <p:sp>
        <p:nvSpPr>
          <p:cNvPr id="789" name="Google Shape;789;p56"/>
          <p:cNvSpPr/>
          <p:nvPr>
            <p:ph idx="2" type="pic"/>
          </p:nvPr>
        </p:nvSpPr>
        <p:spPr>
          <a:xfrm>
            <a:off x="3389600" y="118913"/>
            <a:ext cx="1643700" cy="1535100"/>
          </a:xfrm>
          <a:prstGeom prst="rect">
            <a:avLst/>
          </a:prstGeom>
          <a:noFill/>
          <a:ln>
            <a:noFill/>
          </a:ln>
        </p:spPr>
      </p:sp>
      <p:sp>
        <p:nvSpPr>
          <p:cNvPr id="790" name="Google Shape;790;p56"/>
          <p:cNvSpPr/>
          <p:nvPr>
            <p:ph idx="3" type="pic"/>
          </p:nvPr>
        </p:nvSpPr>
        <p:spPr>
          <a:xfrm>
            <a:off x="5195935" y="118913"/>
            <a:ext cx="1643700" cy="1535100"/>
          </a:xfrm>
          <a:prstGeom prst="rect">
            <a:avLst/>
          </a:prstGeom>
          <a:noFill/>
          <a:ln>
            <a:noFill/>
          </a:ln>
        </p:spPr>
      </p:sp>
      <p:sp>
        <p:nvSpPr>
          <p:cNvPr id="791" name="Google Shape;791;p56"/>
          <p:cNvSpPr/>
          <p:nvPr>
            <p:ph idx="4" type="pic"/>
          </p:nvPr>
        </p:nvSpPr>
        <p:spPr>
          <a:xfrm>
            <a:off x="7002270" y="118913"/>
            <a:ext cx="1643700" cy="1535100"/>
          </a:xfrm>
          <a:prstGeom prst="rect">
            <a:avLst/>
          </a:prstGeom>
          <a:noFill/>
          <a:ln>
            <a:noFill/>
          </a:ln>
        </p:spPr>
      </p:sp>
      <p:sp>
        <p:nvSpPr>
          <p:cNvPr id="792" name="Google Shape;792;p56"/>
          <p:cNvSpPr/>
          <p:nvPr>
            <p:ph idx="5" type="pic"/>
          </p:nvPr>
        </p:nvSpPr>
        <p:spPr>
          <a:xfrm>
            <a:off x="3389588" y="1804212"/>
            <a:ext cx="1643700" cy="1535100"/>
          </a:xfrm>
          <a:prstGeom prst="rect">
            <a:avLst/>
          </a:prstGeom>
          <a:noFill/>
          <a:ln>
            <a:noFill/>
          </a:ln>
        </p:spPr>
      </p:sp>
      <p:sp>
        <p:nvSpPr>
          <p:cNvPr id="793" name="Google Shape;793;p56"/>
          <p:cNvSpPr/>
          <p:nvPr>
            <p:ph idx="6" type="pic"/>
          </p:nvPr>
        </p:nvSpPr>
        <p:spPr>
          <a:xfrm>
            <a:off x="5195922" y="1804212"/>
            <a:ext cx="1643700" cy="1535100"/>
          </a:xfrm>
          <a:prstGeom prst="rect">
            <a:avLst/>
          </a:prstGeom>
          <a:noFill/>
          <a:ln>
            <a:noFill/>
          </a:ln>
        </p:spPr>
      </p:sp>
      <p:sp>
        <p:nvSpPr>
          <p:cNvPr id="794" name="Google Shape;794;p56"/>
          <p:cNvSpPr/>
          <p:nvPr>
            <p:ph idx="7" type="pic"/>
          </p:nvPr>
        </p:nvSpPr>
        <p:spPr>
          <a:xfrm>
            <a:off x="7002257" y="1804212"/>
            <a:ext cx="1643700" cy="1535100"/>
          </a:xfrm>
          <a:prstGeom prst="rect">
            <a:avLst/>
          </a:prstGeom>
          <a:noFill/>
          <a:ln>
            <a:noFill/>
          </a:ln>
        </p:spPr>
      </p:sp>
      <p:sp>
        <p:nvSpPr>
          <p:cNvPr id="795" name="Google Shape;795;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56"/>
          <p:cNvSpPr/>
          <p:nvPr>
            <p:ph idx="8" type="pic"/>
          </p:nvPr>
        </p:nvSpPr>
        <p:spPr>
          <a:xfrm>
            <a:off x="3389588" y="3489487"/>
            <a:ext cx="1643700" cy="1535100"/>
          </a:xfrm>
          <a:prstGeom prst="rect">
            <a:avLst/>
          </a:prstGeom>
          <a:noFill/>
          <a:ln>
            <a:noFill/>
          </a:ln>
        </p:spPr>
      </p:sp>
      <p:sp>
        <p:nvSpPr>
          <p:cNvPr id="797" name="Google Shape;797;p56"/>
          <p:cNvSpPr/>
          <p:nvPr>
            <p:ph idx="9" type="pic"/>
          </p:nvPr>
        </p:nvSpPr>
        <p:spPr>
          <a:xfrm>
            <a:off x="5195922" y="3489487"/>
            <a:ext cx="1643700" cy="1535100"/>
          </a:xfrm>
          <a:prstGeom prst="rect">
            <a:avLst/>
          </a:prstGeom>
          <a:noFill/>
          <a:ln>
            <a:noFill/>
          </a:ln>
        </p:spPr>
      </p:sp>
      <p:sp>
        <p:nvSpPr>
          <p:cNvPr id="798" name="Google Shape;798;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1pPr>
            <a:lvl2pPr lvl="1">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2pPr>
            <a:lvl3pPr lvl="2">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3pPr>
            <a:lvl4pPr lvl="3">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4pPr>
            <a:lvl5pPr lvl="4">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5pPr>
            <a:lvl6pPr lvl="5">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6pPr>
            <a:lvl7pPr lvl="6">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7pPr>
            <a:lvl8pPr lvl="7">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8pPr>
            <a:lvl9pPr lvl="8">
              <a:spcBef>
                <a:spcPts val="0"/>
              </a:spcBef>
              <a:spcAft>
                <a:spcPts val="0"/>
              </a:spcAft>
              <a:buClr>
                <a:schemeClr val="dk1"/>
              </a:buClr>
              <a:buSzPts val="2800"/>
              <a:buFont typeface="Tomorrow"/>
              <a:buNone/>
              <a:defRPr sz="2800">
                <a:solidFill>
                  <a:schemeClr val="dk1"/>
                </a:solidFill>
                <a:latin typeface="Tomorrow"/>
                <a:ea typeface="Tomorrow"/>
                <a:cs typeface="Tomorrow"/>
                <a:sym typeface="Tomorrow"/>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Nunito Sans"/>
              <a:buChar char="●"/>
              <a:defRPr sz="1800">
                <a:solidFill>
                  <a:schemeClr val="dk2"/>
                </a:solidFill>
                <a:latin typeface="Nunito Sans"/>
                <a:ea typeface="Nunito Sans"/>
                <a:cs typeface="Nunito Sans"/>
                <a:sym typeface="Nunito Sans"/>
              </a:defRPr>
            </a:lvl1pPr>
            <a:lvl2pPr indent="-317500" lvl="1" marL="9144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2pPr>
            <a:lvl3pPr indent="-317500" lvl="2" marL="13716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3pPr>
            <a:lvl4pPr indent="-317500" lvl="3" marL="18288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4pPr>
            <a:lvl5pPr indent="-317500" lvl="4" marL="22860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5pPr>
            <a:lvl6pPr indent="-317500" lvl="5" marL="27432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6pPr>
            <a:lvl7pPr indent="-317500" lvl="6" marL="32004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7pPr>
            <a:lvl8pPr indent="-317500" lvl="7" marL="36576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8pPr>
            <a:lvl9pPr indent="-317500" lvl="8" marL="4114800">
              <a:lnSpc>
                <a:spcPct val="115000"/>
              </a:lnSpc>
              <a:spcBef>
                <a:spcPts val="0"/>
              </a:spcBef>
              <a:spcAft>
                <a:spcPts val="0"/>
              </a:spcAft>
              <a:buClr>
                <a:schemeClr val="dk2"/>
              </a:buClr>
              <a:buSzPts val="1400"/>
              <a:buFont typeface="Nunito Sans"/>
              <a:buChar char="■"/>
              <a:defRPr>
                <a:solidFill>
                  <a:schemeClr val="dk2"/>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57"/>
          <p:cNvSpPr txBox="1"/>
          <p:nvPr>
            <p:ph type="ctrTitle"/>
          </p:nvPr>
        </p:nvSpPr>
        <p:spPr>
          <a:xfrm>
            <a:off x="552600" y="2878000"/>
            <a:ext cx="65913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7500"/>
              <a:buNone/>
            </a:pPr>
            <a:r>
              <a:t/>
            </a:r>
            <a:endParaRPr/>
          </a:p>
          <a:p>
            <a:pPr indent="0" lvl="0" marL="0" rtl="0" algn="l">
              <a:lnSpc>
                <a:spcPct val="75000"/>
              </a:lnSpc>
              <a:spcBef>
                <a:spcPts val="0"/>
              </a:spcBef>
              <a:spcAft>
                <a:spcPts val="0"/>
              </a:spcAft>
              <a:buSzPts val="7500"/>
              <a:buNone/>
            </a:pPr>
            <a:r>
              <a:rPr lang="en"/>
              <a:t>Welcome to Hack Darul Islah 2026!</a:t>
            </a:r>
            <a:endParaRPr/>
          </a:p>
        </p:txBody>
      </p:sp>
      <p:sp>
        <p:nvSpPr>
          <p:cNvPr id="804" name="Google Shape;804;p57"/>
          <p:cNvSpPr txBox="1"/>
          <p:nvPr>
            <p:ph idx="4294967295" type="subTitle"/>
          </p:nvPr>
        </p:nvSpPr>
        <p:spPr>
          <a:xfrm>
            <a:off x="505250" y="545550"/>
            <a:ext cx="3396600" cy="6183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chemeClr val="dk2"/>
              </a:buClr>
              <a:buSzPts val="3273"/>
              <a:buFont typeface="Nunito Sans"/>
              <a:buNone/>
            </a:pPr>
            <a:r>
              <a:rPr lang="en">
                <a:solidFill>
                  <a:schemeClr val="lt1"/>
                </a:solidFill>
              </a:rPr>
              <a:t>Hack Darul Islah 2026</a:t>
            </a:r>
            <a:endParaRPr>
              <a:solidFill>
                <a:schemeClr val="lt1"/>
              </a:solidFill>
            </a:endParaRPr>
          </a:p>
        </p:txBody>
      </p:sp>
      <p:sp>
        <p:nvSpPr>
          <p:cNvPr id="805" name="Google Shape;805;p57"/>
          <p:cNvSpPr/>
          <p:nvPr/>
        </p:nvSpPr>
        <p:spPr>
          <a:xfrm>
            <a:off x="437150" y="666850"/>
            <a:ext cx="68100" cy="98400"/>
          </a:xfrm>
          <a:prstGeom prst="chevron">
            <a:avLst>
              <a:gd fmla="val 6576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Sans Medium"/>
              <a:ea typeface="Nunito Sans Medium"/>
              <a:cs typeface="Nunito Sans Medium"/>
              <a:sym typeface="Nunito Sans Medium"/>
            </a:endParaRPr>
          </a:p>
        </p:txBody>
      </p:sp>
      <p:sp>
        <p:nvSpPr>
          <p:cNvPr id="806" name="Google Shape;806;p57"/>
          <p:cNvSpPr/>
          <p:nvPr/>
        </p:nvSpPr>
        <p:spPr>
          <a:xfrm>
            <a:off x="437150" y="3119725"/>
            <a:ext cx="39600" cy="1581900"/>
          </a:xfrm>
          <a:prstGeom prst="snip1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Sans Medium"/>
              <a:ea typeface="Nunito Sans Medium"/>
              <a:cs typeface="Nunito Sans Medium"/>
              <a:sym typeface="Nunito Sans Medium"/>
            </a:endParaRPr>
          </a:p>
        </p:txBody>
      </p:sp>
      <p:sp>
        <p:nvSpPr>
          <p:cNvPr id="807" name="Google Shape;807;p57"/>
          <p:cNvSpPr txBox="1"/>
          <p:nvPr>
            <p:ph idx="2" type="subTitle"/>
          </p:nvPr>
        </p:nvSpPr>
        <p:spPr>
          <a:xfrm>
            <a:off x="0" y="0"/>
            <a:ext cx="3396600" cy="327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Darul Islah    /   2026   /    September 5-6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813" name="Google Shape;813;p5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Day 1 — 9/5/26</a:t>
            </a:r>
            <a:endParaRPr/>
          </a:p>
          <a:p>
            <a:pPr indent="0" lvl="0" marL="0" rtl="0" algn="l">
              <a:spcBef>
                <a:spcPts val="0"/>
              </a:spcBef>
              <a:spcAft>
                <a:spcPts val="0"/>
              </a:spcAft>
              <a:buNone/>
            </a:pPr>
            <a:r>
              <a:t/>
            </a:r>
            <a:endParaRPr/>
          </a:p>
          <a:p>
            <a:pPr indent="-295003" lvl="0" marL="457200" rtl="0" algn="l">
              <a:spcBef>
                <a:spcPts val="0"/>
              </a:spcBef>
              <a:spcAft>
                <a:spcPts val="0"/>
              </a:spcAft>
              <a:buSzPts val="1046"/>
              <a:buChar char="●"/>
            </a:pPr>
            <a:r>
              <a:rPr lang="en" sz="1046"/>
              <a:t>    8:00 AM – 9:00 AM: Registration &amp; Check-in</a:t>
            </a:r>
            <a:endParaRPr sz="1046"/>
          </a:p>
          <a:p>
            <a:pPr indent="-295003" lvl="0" marL="457200" rtl="0" algn="l">
              <a:spcBef>
                <a:spcPts val="0"/>
              </a:spcBef>
              <a:spcAft>
                <a:spcPts val="0"/>
              </a:spcAft>
              <a:buSzPts val="1046"/>
              <a:buChar char="●"/>
            </a:pPr>
            <a:r>
              <a:rPr lang="en" sz="1046"/>
              <a:t>    9:00 AM – 9:15 AM: Opening Ceremony</a:t>
            </a:r>
            <a:endParaRPr sz="1046"/>
          </a:p>
          <a:p>
            <a:pPr indent="-295003" lvl="0" marL="457200" rtl="0" algn="l">
              <a:spcBef>
                <a:spcPts val="0"/>
              </a:spcBef>
              <a:spcAft>
                <a:spcPts val="0"/>
              </a:spcAft>
              <a:buSzPts val="1046"/>
              <a:buChar char="●"/>
            </a:pPr>
            <a:r>
              <a:rPr lang="en" sz="1046"/>
              <a:t>    9:30 AM: Coding Begins</a:t>
            </a:r>
            <a:endParaRPr sz="1046"/>
          </a:p>
          <a:p>
            <a:pPr indent="-295003" lvl="0" marL="457200" rtl="0" algn="l">
              <a:spcBef>
                <a:spcPts val="0"/>
              </a:spcBef>
              <a:spcAft>
                <a:spcPts val="0"/>
              </a:spcAft>
              <a:buSzPts val="1046"/>
              <a:buChar char="●"/>
            </a:pPr>
            <a:r>
              <a:rPr lang="en" sz="1046"/>
              <a:t>    10:00 AM – 11:00 AM: Building Apps with AI </a:t>
            </a:r>
            <a:endParaRPr sz="1046"/>
          </a:p>
          <a:p>
            <a:pPr indent="-295003" lvl="0" marL="457200" rtl="0" algn="l">
              <a:spcBef>
                <a:spcPts val="0"/>
              </a:spcBef>
              <a:spcAft>
                <a:spcPts val="0"/>
              </a:spcAft>
              <a:buSzPts val="1046"/>
              <a:buChar char="●"/>
            </a:pPr>
            <a:r>
              <a:rPr lang="en" sz="1046"/>
              <a:t>    12:00 PM – 1:00 PM: Lunch</a:t>
            </a:r>
            <a:endParaRPr sz="1046"/>
          </a:p>
          <a:p>
            <a:pPr indent="-295003" lvl="0" marL="457200" rtl="0" algn="l">
              <a:spcBef>
                <a:spcPts val="0"/>
              </a:spcBef>
              <a:spcAft>
                <a:spcPts val="0"/>
              </a:spcAft>
              <a:buSzPts val="1046"/>
              <a:buChar char="●"/>
            </a:pPr>
            <a:r>
              <a:rPr lang="en" sz="1046"/>
              <a:t>    1:15 PM: Dhuhr Prayer</a:t>
            </a:r>
            <a:endParaRPr sz="1046"/>
          </a:p>
          <a:p>
            <a:pPr indent="-295003" lvl="0" marL="457200" rtl="0" algn="l">
              <a:spcBef>
                <a:spcPts val="0"/>
              </a:spcBef>
              <a:spcAft>
                <a:spcPts val="0"/>
              </a:spcAft>
              <a:buSzPts val="1046"/>
              <a:buChar char="●"/>
            </a:pPr>
            <a:r>
              <a:rPr lang="en" sz="1046"/>
              <a:t>    2:45 PM – 3:30 PM: Passing the Technical Interview</a:t>
            </a:r>
            <a:endParaRPr sz="1046"/>
          </a:p>
          <a:p>
            <a:pPr indent="-295003" lvl="0" marL="457200" rtl="0" algn="l">
              <a:spcBef>
                <a:spcPts val="0"/>
              </a:spcBef>
              <a:spcAft>
                <a:spcPts val="0"/>
              </a:spcAft>
              <a:buSzPts val="1046"/>
              <a:buChar char="●"/>
            </a:pPr>
            <a:r>
              <a:rPr lang="en" sz="1046"/>
              <a:t>    4:30 PM – 5:15 PM: Ummah Professionals Panel</a:t>
            </a:r>
            <a:endParaRPr sz="1046"/>
          </a:p>
          <a:p>
            <a:pPr indent="-295003" lvl="0" marL="457200" rtl="0" algn="l">
              <a:spcBef>
                <a:spcPts val="0"/>
              </a:spcBef>
              <a:spcAft>
                <a:spcPts val="0"/>
              </a:spcAft>
              <a:buSzPts val="1046"/>
              <a:buChar char="●"/>
            </a:pPr>
            <a:r>
              <a:rPr lang="en" sz="1046"/>
              <a:t>    6:00 PM: Asr Prayer</a:t>
            </a:r>
            <a:endParaRPr sz="1046"/>
          </a:p>
          <a:p>
            <a:pPr indent="-295003" lvl="0" marL="457200" rtl="0" algn="l">
              <a:spcBef>
                <a:spcPts val="0"/>
              </a:spcBef>
              <a:spcAft>
                <a:spcPts val="0"/>
              </a:spcAft>
              <a:buSzPts val="1046"/>
              <a:buChar char="●"/>
            </a:pPr>
            <a:r>
              <a:rPr lang="en" sz="1046"/>
              <a:t>    6:30 PM: Dinner</a:t>
            </a:r>
            <a:endParaRPr sz="1046"/>
          </a:p>
          <a:p>
            <a:pPr indent="-295003" lvl="0" marL="457200" rtl="0" algn="l">
              <a:spcBef>
                <a:spcPts val="0"/>
              </a:spcBef>
              <a:spcAft>
                <a:spcPts val="0"/>
              </a:spcAft>
              <a:buSzPts val="1046"/>
              <a:buChar char="●"/>
            </a:pPr>
            <a:r>
              <a:rPr lang="en" sz="1046"/>
              <a:t>    7:30 PM: Maghrib Prayer</a:t>
            </a:r>
            <a:endParaRPr sz="1046"/>
          </a:p>
          <a:p>
            <a:pPr indent="-295003" lvl="0" marL="457200" rtl="0" algn="l">
              <a:spcBef>
                <a:spcPts val="0"/>
              </a:spcBef>
              <a:spcAft>
                <a:spcPts val="0"/>
              </a:spcAft>
              <a:buSzPts val="1046"/>
              <a:buChar char="●"/>
            </a:pPr>
            <a:r>
              <a:rPr lang="en" sz="1046"/>
              <a:t>    9:00 PM: Isha Prayer &amp; Khatirah</a:t>
            </a:r>
            <a:endParaRPr sz="1046"/>
          </a:p>
          <a:p>
            <a:pPr indent="-295003" lvl="0" marL="457200" rtl="0" algn="l">
              <a:spcBef>
                <a:spcPts val="0"/>
              </a:spcBef>
              <a:spcAft>
                <a:spcPts val="0"/>
              </a:spcAft>
              <a:buSzPts val="1046"/>
              <a:buChar char="●"/>
            </a:pPr>
            <a:r>
              <a:rPr lang="en" sz="1046"/>
              <a:t>    12:00 AM: Midnight Games</a:t>
            </a:r>
            <a:endParaRPr sz="1046"/>
          </a:p>
        </p:txBody>
      </p:sp>
      <p:sp>
        <p:nvSpPr>
          <p:cNvPr id="814" name="Google Shape;814;p5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Day 2 — 9/6/26</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sz="1200"/>
              <a:t>    5:45 AM: Fajr Prayer </a:t>
            </a:r>
            <a:endParaRPr sz="1200"/>
          </a:p>
          <a:p>
            <a:pPr indent="-304800" lvl="0" marL="457200" rtl="0" algn="l">
              <a:spcBef>
                <a:spcPts val="0"/>
              </a:spcBef>
              <a:spcAft>
                <a:spcPts val="0"/>
              </a:spcAft>
              <a:buSzPts val="1200"/>
              <a:buChar char="●"/>
            </a:pPr>
            <a:r>
              <a:rPr lang="en" sz="1200"/>
              <a:t>    7:00 AM: Breakfast</a:t>
            </a:r>
            <a:endParaRPr sz="1200"/>
          </a:p>
          <a:p>
            <a:pPr indent="-304800" lvl="0" marL="457200" rtl="0" algn="l">
              <a:spcBef>
                <a:spcPts val="0"/>
              </a:spcBef>
              <a:spcAft>
                <a:spcPts val="0"/>
              </a:spcAft>
              <a:buSzPts val="1200"/>
              <a:buChar char="●"/>
            </a:pPr>
            <a:r>
              <a:rPr lang="en" sz="1200"/>
              <a:t>    9:00 AM: Project Submission Deadline</a:t>
            </a:r>
            <a:endParaRPr sz="1200"/>
          </a:p>
          <a:p>
            <a:pPr indent="-304800" lvl="0" marL="457200" rtl="0" algn="l">
              <a:spcBef>
                <a:spcPts val="0"/>
              </a:spcBef>
              <a:spcAft>
                <a:spcPts val="0"/>
              </a:spcAft>
              <a:buSzPts val="1200"/>
              <a:buChar char="●"/>
            </a:pPr>
            <a:r>
              <a:rPr lang="en" sz="1200"/>
              <a:t>    9:00 AM – 12:00 PM: Presentations &amp; Judging</a:t>
            </a:r>
            <a:endParaRPr sz="1200"/>
          </a:p>
          <a:p>
            <a:pPr indent="-304800" lvl="0" marL="457200" rtl="0" algn="l">
              <a:spcBef>
                <a:spcPts val="0"/>
              </a:spcBef>
              <a:spcAft>
                <a:spcPts val="0"/>
              </a:spcAft>
              <a:buSzPts val="1200"/>
              <a:buChar char="●"/>
            </a:pPr>
            <a:r>
              <a:rPr lang="en" sz="1200"/>
              <a:t>    12:00 PM: Awards &amp; Closing Ceremony</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59"/>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Housekeeping Rules</a:t>
            </a:r>
            <a:endParaRPr/>
          </a:p>
        </p:txBody>
      </p:sp>
      <p:sp>
        <p:nvSpPr>
          <p:cNvPr id="820" name="Google Shape;820;p59"/>
          <p:cNvSpPr txBox="1"/>
          <p:nvPr>
            <p:ph idx="1" type="subTitle"/>
          </p:nvPr>
        </p:nvSpPr>
        <p:spPr>
          <a:xfrm>
            <a:off x="463475" y="1458450"/>
            <a:ext cx="2296800" cy="849600"/>
          </a:xfrm>
          <a:prstGeom prst="rect">
            <a:avLst/>
          </a:prstGeom>
        </p:spPr>
        <p:txBody>
          <a:bodyPr anchorCtr="0" anchor="t" bIns="91425" lIns="0" spcFirstLastPara="1" rIns="91425" wrap="square" tIns="91425">
            <a:normAutofit/>
          </a:bodyPr>
          <a:lstStyle/>
          <a:p>
            <a:pPr indent="0" lvl="0" marL="0" rtl="0" algn="l">
              <a:spcBef>
                <a:spcPts val="0"/>
              </a:spcBef>
              <a:spcAft>
                <a:spcPts val="0"/>
              </a:spcAft>
              <a:buNone/>
            </a:pPr>
            <a:r>
              <a:rPr lang="en"/>
              <a:t>Please be respectful of the masjid</a:t>
            </a:r>
            <a:endParaRPr/>
          </a:p>
        </p:txBody>
      </p:sp>
      <p:sp>
        <p:nvSpPr>
          <p:cNvPr id="821" name="Google Shape;821;p59"/>
          <p:cNvSpPr txBox="1"/>
          <p:nvPr>
            <p:ph idx="2" type="subTitle"/>
          </p:nvPr>
        </p:nvSpPr>
        <p:spPr>
          <a:xfrm>
            <a:off x="4368500" y="2287119"/>
            <a:ext cx="4365600" cy="825300"/>
          </a:xfrm>
          <a:prstGeom prst="rect">
            <a:avLst/>
          </a:prstGeom>
        </p:spPr>
        <p:txBody>
          <a:bodyPr anchorCtr="0" anchor="ctr" bIns="91425" lIns="162000" spcFirstLastPara="1" rIns="91425" wrap="square" tIns="91425">
            <a:normAutofit/>
          </a:bodyPr>
          <a:lstStyle/>
          <a:p>
            <a:pPr indent="-304800" lvl="0" marL="457200" rtl="0" algn="l">
              <a:spcBef>
                <a:spcPts val="0"/>
              </a:spcBef>
              <a:spcAft>
                <a:spcPts val="0"/>
              </a:spcAft>
              <a:buSzPts val="1200"/>
              <a:buChar char="●"/>
            </a:pPr>
            <a:r>
              <a:rPr lang="en"/>
              <a:t>Respect other people’s spaces, there’s plenty of room for everyone to work</a:t>
            </a:r>
            <a:endParaRPr/>
          </a:p>
        </p:txBody>
      </p:sp>
      <p:sp>
        <p:nvSpPr>
          <p:cNvPr id="822" name="Google Shape;822;p59"/>
          <p:cNvSpPr txBox="1"/>
          <p:nvPr>
            <p:ph idx="3" type="subTitle"/>
          </p:nvPr>
        </p:nvSpPr>
        <p:spPr>
          <a:xfrm>
            <a:off x="4368500" y="3937225"/>
            <a:ext cx="4365600" cy="825300"/>
          </a:xfrm>
          <a:prstGeom prst="rect">
            <a:avLst/>
          </a:prstGeom>
        </p:spPr>
        <p:txBody>
          <a:bodyPr anchorCtr="0" anchor="ctr" bIns="91425" lIns="162000" spcFirstLastPara="1" rIns="91425" wrap="square" tIns="91425">
            <a:normAutofit/>
          </a:bodyPr>
          <a:lstStyle/>
          <a:p>
            <a:pPr indent="-304800" lvl="0" marL="457200" rtl="0" algn="l">
              <a:spcBef>
                <a:spcPts val="0"/>
              </a:spcBef>
              <a:spcAft>
                <a:spcPts val="0"/>
              </a:spcAft>
              <a:buSzPts val="1200"/>
              <a:buChar char="●"/>
            </a:pPr>
            <a:r>
              <a:rPr lang="en"/>
              <a:t>Attending salah is mandatory for those required to pray</a:t>
            </a:r>
            <a:endParaRPr/>
          </a:p>
        </p:txBody>
      </p:sp>
      <p:sp>
        <p:nvSpPr>
          <p:cNvPr id="823" name="Google Shape;823;p59"/>
          <p:cNvSpPr txBox="1"/>
          <p:nvPr>
            <p:ph idx="4" type="subTitle"/>
          </p:nvPr>
        </p:nvSpPr>
        <p:spPr>
          <a:xfrm>
            <a:off x="4368500" y="3112144"/>
            <a:ext cx="4365600" cy="825300"/>
          </a:xfrm>
          <a:prstGeom prst="rect">
            <a:avLst/>
          </a:prstGeom>
        </p:spPr>
        <p:txBody>
          <a:bodyPr anchorCtr="0" anchor="ctr" bIns="91425" lIns="162000" spcFirstLastPara="1" rIns="91425" wrap="square" tIns="91425">
            <a:normAutofit/>
          </a:bodyPr>
          <a:lstStyle/>
          <a:p>
            <a:pPr indent="-304800" lvl="0" marL="457200" rtl="0" algn="l">
              <a:spcBef>
                <a:spcPts val="0"/>
              </a:spcBef>
              <a:spcAft>
                <a:spcPts val="0"/>
              </a:spcAft>
              <a:buSzPts val="1200"/>
              <a:buChar char="●"/>
            </a:pPr>
            <a:r>
              <a:rPr lang="en"/>
              <a:t>Women’s bathroom is to the right of the stage, men’s room across from it</a:t>
            </a:r>
            <a:endParaRPr/>
          </a:p>
        </p:txBody>
      </p:sp>
      <p:sp>
        <p:nvSpPr>
          <p:cNvPr id="824" name="Google Shape;824;p59"/>
          <p:cNvSpPr txBox="1"/>
          <p:nvPr>
            <p:ph idx="5" type="subTitle"/>
          </p:nvPr>
        </p:nvSpPr>
        <p:spPr>
          <a:xfrm>
            <a:off x="4368500" y="622654"/>
            <a:ext cx="4365600" cy="825300"/>
          </a:xfrm>
          <a:prstGeom prst="rect">
            <a:avLst/>
          </a:prstGeom>
        </p:spPr>
        <p:txBody>
          <a:bodyPr anchorCtr="0" anchor="ctr" bIns="91425" lIns="162000" spcFirstLastPara="1" rIns="91425" wrap="square" tIns="91425">
            <a:normAutofit/>
          </a:bodyPr>
          <a:lstStyle/>
          <a:p>
            <a:pPr indent="-304800" lvl="0" marL="457200" rtl="0" algn="l">
              <a:spcBef>
                <a:spcPts val="0"/>
              </a:spcBef>
              <a:spcAft>
                <a:spcPts val="0"/>
              </a:spcAft>
              <a:buSzPts val="1200"/>
              <a:buChar char="●"/>
            </a:pPr>
            <a:r>
              <a:rPr lang="en"/>
              <a:t>Please move your car to the </a:t>
            </a:r>
            <a:r>
              <a:rPr lang="en"/>
              <a:t>satellite</a:t>
            </a:r>
            <a:r>
              <a:rPr lang="en"/>
              <a:t> lot at the earliest convenience.</a:t>
            </a:r>
            <a:endParaRPr/>
          </a:p>
        </p:txBody>
      </p:sp>
      <p:sp>
        <p:nvSpPr>
          <p:cNvPr id="825" name="Google Shape;825;p59"/>
          <p:cNvSpPr txBox="1"/>
          <p:nvPr>
            <p:ph idx="6" type="subTitle"/>
          </p:nvPr>
        </p:nvSpPr>
        <p:spPr>
          <a:xfrm>
            <a:off x="4368500" y="1447665"/>
            <a:ext cx="4365600" cy="835200"/>
          </a:xfrm>
          <a:prstGeom prst="rect">
            <a:avLst/>
          </a:prstGeom>
        </p:spPr>
        <p:txBody>
          <a:bodyPr anchorCtr="0" anchor="ctr" bIns="91425" lIns="162000" spcFirstLastPara="1" rIns="91425" wrap="square" tIns="91425">
            <a:normAutofit/>
          </a:bodyPr>
          <a:lstStyle/>
          <a:p>
            <a:pPr indent="-304800" lvl="0" marL="457200" rtl="0" algn="l">
              <a:spcBef>
                <a:spcPts val="0"/>
              </a:spcBef>
              <a:spcAft>
                <a:spcPts val="0"/>
              </a:spcAft>
              <a:buSzPts val="1200"/>
              <a:buChar char="●"/>
            </a:pPr>
            <a:r>
              <a:rPr lang="en"/>
              <a:t>Please clean up after yourself and leave the masjid as you found it or better</a:t>
            </a:r>
            <a:endParaRPr/>
          </a:p>
        </p:txBody>
      </p:sp>
      <p:sp>
        <p:nvSpPr>
          <p:cNvPr id="826" name="Google Shape;826;p59"/>
          <p:cNvSpPr txBox="1"/>
          <p:nvPr>
            <p:ph idx="7" type="subTitle"/>
          </p:nvPr>
        </p:nvSpPr>
        <p:spPr>
          <a:xfrm>
            <a:off x="0" y="0"/>
            <a:ext cx="3396600" cy="33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0"/>
          <p:cNvSpPr txBox="1"/>
          <p:nvPr>
            <p:ph idx="1" type="subTitle"/>
          </p:nvPr>
        </p:nvSpPr>
        <p:spPr>
          <a:xfrm>
            <a:off x="463475" y="1458450"/>
            <a:ext cx="2296800" cy="849600"/>
          </a:xfrm>
          <a:prstGeom prst="rect">
            <a:avLst/>
          </a:prstGeom>
        </p:spPr>
        <p:txBody>
          <a:bodyPr anchorCtr="0" anchor="t" bIns="91425" lIns="0" spcFirstLastPara="1" rIns="91425" wrap="square" tIns="91425">
            <a:normAutofit/>
          </a:bodyPr>
          <a:lstStyle/>
          <a:p>
            <a:pPr indent="0" lvl="0" marL="0" rtl="0" algn="l">
              <a:spcBef>
                <a:spcPts val="0"/>
              </a:spcBef>
              <a:spcAft>
                <a:spcPts val="0"/>
              </a:spcAft>
              <a:buNone/>
            </a:pPr>
            <a:r>
              <a:rPr lang="en"/>
              <a:t>Rubric</a:t>
            </a:r>
            <a:endParaRPr/>
          </a:p>
        </p:txBody>
      </p:sp>
      <p:sp>
        <p:nvSpPr>
          <p:cNvPr id="832" name="Google Shape;832;p60"/>
          <p:cNvSpPr txBox="1"/>
          <p:nvPr>
            <p:ph idx="2" type="subTitle"/>
          </p:nvPr>
        </p:nvSpPr>
        <p:spPr>
          <a:xfrm>
            <a:off x="4368500" y="2287119"/>
            <a:ext cx="4365600" cy="825300"/>
          </a:xfrm>
          <a:prstGeom prst="rect">
            <a:avLst/>
          </a:prstGeom>
        </p:spPr>
        <p:txBody>
          <a:bodyPr anchorCtr="0" anchor="ctr" bIns="91425" lIns="162000" spcFirstLastPara="1" rIns="91425" wrap="square" tIns="91425">
            <a:normAutofit/>
          </a:bodyPr>
          <a:lstStyle/>
          <a:p>
            <a:pPr indent="0" lvl="0" marL="0" rtl="0" algn="l">
              <a:spcBef>
                <a:spcPts val="0"/>
              </a:spcBef>
              <a:spcAft>
                <a:spcPts val="0"/>
              </a:spcAft>
              <a:buNone/>
            </a:pPr>
            <a:r>
              <a:rPr lang="en"/>
              <a:t>Any sort of software application (mobile, native, web) is allowed.</a:t>
            </a:r>
            <a:endParaRPr/>
          </a:p>
        </p:txBody>
      </p:sp>
      <p:sp>
        <p:nvSpPr>
          <p:cNvPr id="833" name="Google Shape;833;p60"/>
          <p:cNvSpPr txBox="1"/>
          <p:nvPr>
            <p:ph idx="3" type="subTitle"/>
          </p:nvPr>
        </p:nvSpPr>
        <p:spPr>
          <a:xfrm>
            <a:off x="4368500" y="3937225"/>
            <a:ext cx="4365600" cy="825300"/>
          </a:xfrm>
          <a:prstGeom prst="rect">
            <a:avLst/>
          </a:prstGeom>
        </p:spPr>
        <p:txBody>
          <a:bodyPr anchorCtr="0" anchor="ctr" bIns="91425" lIns="162000" spcFirstLastPara="1" rIns="91425" wrap="square" tIns="91425">
            <a:normAutofit/>
          </a:bodyPr>
          <a:lstStyle/>
          <a:p>
            <a:pPr indent="0" lvl="0" marL="0" rtl="0" algn="l">
              <a:spcBef>
                <a:spcPts val="0"/>
              </a:spcBef>
              <a:spcAft>
                <a:spcPts val="0"/>
              </a:spcAft>
              <a:buNone/>
            </a:pPr>
            <a:r>
              <a:rPr lang="en"/>
              <a:t>Link to format for presentation provided in links document</a:t>
            </a:r>
            <a:endParaRPr/>
          </a:p>
        </p:txBody>
      </p:sp>
      <p:sp>
        <p:nvSpPr>
          <p:cNvPr id="834" name="Google Shape;834;p60"/>
          <p:cNvSpPr txBox="1"/>
          <p:nvPr>
            <p:ph idx="4" type="subTitle"/>
          </p:nvPr>
        </p:nvSpPr>
        <p:spPr>
          <a:xfrm>
            <a:off x="4368500" y="3112144"/>
            <a:ext cx="4365600" cy="825300"/>
          </a:xfrm>
          <a:prstGeom prst="rect">
            <a:avLst/>
          </a:prstGeom>
        </p:spPr>
        <p:txBody>
          <a:bodyPr anchorCtr="0" anchor="ctr" bIns="91425" lIns="162000" spcFirstLastPara="1" rIns="91425" wrap="square" tIns="91425">
            <a:normAutofit/>
          </a:bodyPr>
          <a:lstStyle/>
          <a:p>
            <a:pPr indent="0" lvl="0" marL="0" rtl="0" algn="l">
              <a:spcBef>
                <a:spcPts val="0"/>
              </a:spcBef>
              <a:spcAft>
                <a:spcPts val="0"/>
              </a:spcAft>
              <a:buNone/>
            </a:pPr>
            <a:r>
              <a:rPr lang="en"/>
              <a:t>AI assistance within your development environment is allowed, but full app/site builders e.g. replit or v0 are not.</a:t>
            </a:r>
            <a:endParaRPr/>
          </a:p>
        </p:txBody>
      </p:sp>
      <p:sp>
        <p:nvSpPr>
          <p:cNvPr id="835" name="Google Shape;835;p60"/>
          <p:cNvSpPr txBox="1"/>
          <p:nvPr>
            <p:ph idx="5" type="subTitle"/>
          </p:nvPr>
        </p:nvSpPr>
        <p:spPr>
          <a:xfrm>
            <a:off x="4368500" y="622654"/>
            <a:ext cx="4365600" cy="825300"/>
          </a:xfrm>
          <a:prstGeom prst="rect">
            <a:avLst/>
          </a:prstGeom>
        </p:spPr>
        <p:txBody>
          <a:bodyPr anchorCtr="0" anchor="ctr" bIns="91425" lIns="162000" spcFirstLastPara="1" rIns="91425" wrap="square" tIns="91425">
            <a:normAutofit/>
          </a:bodyPr>
          <a:lstStyle/>
          <a:p>
            <a:pPr indent="0" lvl="0" marL="0" rtl="0" algn="l">
              <a:spcBef>
                <a:spcPts val="0"/>
              </a:spcBef>
              <a:spcAft>
                <a:spcPts val="0"/>
              </a:spcAft>
              <a:buNone/>
            </a:pPr>
            <a:r>
              <a:rPr lang="en"/>
              <a:t>All projects must be submitted before 9 AM on Sunday (github and presentation)</a:t>
            </a:r>
            <a:endParaRPr/>
          </a:p>
        </p:txBody>
      </p:sp>
      <p:sp>
        <p:nvSpPr>
          <p:cNvPr id="836" name="Google Shape;836;p60"/>
          <p:cNvSpPr txBox="1"/>
          <p:nvPr>
            <p:ph idx="6" type="subTitle"/>
          </p:nvPr>
        </p:nvSpPr>
        <p:spPr>
          <a:xfrm>
            <a:off x="4368500" y="1447665"/>
            <a:ext cx="4365600" cy="835200"/>
          </a:xfrm>
          <a:prstGeom prst="rect">
            <a:avLst/>
          </a:prstGeom>
        </p:spPr>
        <p:txBody>
          <a:bodyPr anchorCtr="0" anchor="ctr" bIns="91425" lIns="162000" spcFirstLastPara="1" rIns="91425" wrap="square" tIns="91425">
            <a:normAutofit/>
          </a:bodyPr>
          <a:lstStyle/>
          <a:p>
            <a:pPr indent="0" lvl="0" marL="0" rtl="0" algn="l">
              <a:spcBef>
                <a:spcPts val="0"/>
              </a:spcBef>
              <a:spcAft>
                <a:spcPts val="0"/>
              </a:spcAft>
              <a:buNone/>
            </a:pPr>
            <a:r>
              <a:rPr lang="en"/>
              <a:t>Judging will be based on the challenge statement, but you can build anything</a:t>
            </a:r>
            <a:endParaRPr/>
          </a:p>
        </p:txBody>
      </p:sp>
      <p:sp>
        <p:nvSpPr>
          <p:cNvPr id="837" name="Google Shape;837;p60"/>
          <p:cNvSpPr txBox="1"/>
          <p:nvPr>
            <p:ph type="ctrTitle"/>
          </p:nvPr>
        </p:nvSpPr>
        <p:spPr>
          <a:xfrm>
            <a:off x="335400" y="466575"/>
            <a:ext cx="3173400" cy="9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Format</a:t>
            </a:r>
            <a:endParaRPr/>
          </a:p>
        </p:txBody>
      </p:sp>
      <p:sp>
        <p:nvSpPr>
          <p:cNvPr id="838" name="Google Shape;838;p60"/>
          <p:cNvSpPr txBox="1"/>
          <p:nvPr>
            <p:ph idx="7" type="subTitle"/>
          </p:nvPr>
        </p:nvSpPr>
        <p:spPr>
          <a:xfrm>
            <a:off x="0" y="0"/>
            <a:ext cx="3396600" cy="33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39" name="Google Shape;839;p60"/>
          <p:cNvPicPr preferRelativeResize="0"/>
          <p:nvPr/>
        </p:nvPicPr>
        <p:blipFill>
          <a:blip r:embed="rId3">
            <a:alphaModFix/>
          </a:blip>
          <a:stretch>
            <a:fillRect/>
          </a:stretch>
        </p:blipFill>
        <p:spPr>
          <a:xfrm>
            <a:off x="264150" y="2243300"/>
            <a:ext cx="4050849" cy="13824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61"/>
          <p:cNvSpPr txBox="1"/>
          <p:nvPr>
            <p:ph idx="2" type="subTitle"/>
          </p:nvPr>
        </p:nvSpPr>
        <p:spPr>
          <a:xfrm>
            <a:off x="3283175" y="3063600"/>
            <a:ext cx="2794800" cy="1560300"/>
          </a:xfrm>
          <a:prstGeom prst="rect">
            <a:avLst/>
          </a:prstGeom>
        </p:spPr>
        <p:txBody>
          <a:bodyPr anchorCtr="0" anchor="ctr" bIns="91425" lIns="0" spcFirstLastPara="1" rIns="91425" wrap="square" tIns="91425">
            <a:normAutofit fontScale="92500" lnSpcReduction="20000"/>
          </a:bodyPr>
          <a:lstStyle/>
          <a:p>
            <a:pPr indent="0" lvl="0" marL="0" rtl="0" algn="l">
              <a:spcBef>
                <a:spcPts val="0"/>
              </a:spcBef>
              <a:spcAft>
                <a:spcPts val="0"/>
              </a:spcAft>
              <a:buNone/>
            </a:pPr>
            <a:r>
              <a:rPr b="1" lang="en"/>
              <a:t>Civic &amp; Institutional </a:t>
            </a:r>
            <a:r>
              <a:rPr lang="en"/>
              <a:t>(Muslims to Institutions): Build something that modernizes how we interact with our organizations. How can we improve communication, volunteer matching, or resource sharing between individuals and their local masjids, schools, or Islamic nonprofits?</a:t>
            </a:r>
            <a:endParaRPr/>
          </a:p>
        </p:txBody>
      </p:sp>
      <p:sp>
        <p:nvSpPr>
          <p:cNvPr id="845" name="Google Shape;845;p61"/>
          <p:cNvSpPr txBox="1"/>
          <p:nvPr>
            <p:ph idx="4" type="subTitle"/>
          </p:nvPr>
        </p:nvSpPr>
        <p:spPr>
          <a:xfrm>
            <a:off x="463475" y="3063600"/>
            <a:ext cx="2677500" cy="1560300"/>
          </a:xfrm>
          <a:prstGeom prst="rect">
            <a:avLst/>
          </a:prstGeom>
        </p:spPr>
        <p:txBody>
          <a:bodyPr anchorCtr="0" anchor="ctr" bIns="91425" lIns="0" spcFirstLastPara="1" rIns="91425" wrap="square" tIns="91425">
            <a:normAutofit fontScale="85000" lnSpcReduction="10000"/>
          </a:bodyPr>
          <a:lstStyle/>
          <a:p>
            <a:pPr indent="0" lvl="0" marL="0" rtl="0" algn="l">
              <a:spcBef>
                <a:spcPts val="0"/>
              </a:spcBef>
              <a:spcAft>
                <a:spcPts val="0"/>
              </a:spcAft>
              <a:buNone/>
            </a:pPr>
            <a:r>
              <a:rPr b="1" lang="en"/>
              <a:t>Peer-to-Peer</a:t>
            </a:r>
            <a:r>
              <a:rPr lang="en"/>
              <a:t> (Muslims to Muslims): Build something that helps individuals find their people. This is wide open! It could be a platform for organizing local Quran study groups, a directory for finding Muslim roommates, tools for building community "third spaces," or interest-based networks (e.g., Muslim hikers, techies, or creatives).</a:t>
            </a:r>
            <a:endParaRPr/>
          </a:p>
        </p:txBody>
      </p:sp>
      <p:sp>
        <p:nvSpPr>
          <p:cNvPr id="846" name="Google Shape;846;p61"/>
          <p:cNvSpPr txBox="1"/>
          <p:nvPr>
            <p:ph idx="5" type="subTitle"/>
          </p:nvPr>
        </p:nvSpPr>
        <p:spPr>
          <a:xfrm>
            <a:off x="0" y="0"/>
            <a:ext cx="3396600" cy="3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 Statement</a:t>
            </a:r>
            <a:endParaRPr/>
          </a:p>
        </p:txBody>
      </p:sp>
      <p:sp>
        <p:nvSpPr>
          <p:cNvPr id="847" name="Google Shape;847;p61"/>
          <p:cNvSpPr txBox="1"/>
          <p:nvPr>
            <p:ph idx="7" type="subTitle"/>
          </p:nvPr>
        </p:nvSpPr>
        <p:spPr>
          <a:xfrm>
            <a:off x="463475" y="1270600"/>
            <a:ext cx="8434200" cy="1647900"/>
          </a:xfrm>
          <a:prstGeom prst="rect">
            <a:avLst/>
          </a:prstGeom>
        </p:spPr>
        <p:txBody>
          <a:bodyPr anchorCtr="0" anchor="t" bIns="91425" lIns="0" spcFirstLastPara="1" rIns="91425" wrap="square" tIns="91425">
            <a:normAutofit fontScale="77500" lnSpcReduction="20000"/>
          </a:bodyPr>
          <a:lstStyle/>
          <a:p>
            <a:pPr indent="0" lvl="0" marL="0" rtl="0" algn="l">
              <a:spcBef>
                <a:spcPts val="0"/>
              </a:spcBef>
              <a:spcAft>
                <a:spcPts val="0"/>
              </a:spcAft>
              <a:buNone/>
            </a:pPr>
            <a:r>
              <a:rPr lang="en">
                <a:latin typeface="Tomorrow Medium"/>
                <a:ea typeface="Tomorrow Medium"/>
                <a:cs typeface="Tomorrow Medium"/>
                <a:sym typeface="Tomorrow Medium"/>
              </a:rPr>
              <a:t>The Problem</a:t>
            </a:r>
            <a:endParaRPr>
              <a:latin typeface="Tomorrow Medium"/>
              <a:ea typeface="Tomorrow Medium"/>
              <a:cs typeface="Tomorrow Medium"/>
              <a:sym typeface="Tomorrow Medium"/>
            </a:endParaRPr>
          </a:p>
          <a:p>
            <a:pPr indent="0" lvl="0" marL="0" rtl="0" algn="l">
              <a:spcBef>
                <a:spcPts val="0"/>
              </a:spcBef>
              <a:spcAft>
                <a:spcPts val="0"/>
              </a:spcAft>
              <a:buNone/>
            </a:pPr>
            <a:r>
              <a:rPr lang="en">
                <a:latin typeface="Tomorrow Medium"/>
                <a:ea typeface="Tomorrow Medium"/>
                <a:cs typeface="Tomorrow Medium"/>
                <a:sym typeface="Tomorrow Medium"/>
              </a:rPr>
              <a:t>Despite being united by shared faith and values, our local and global communities often experience deep fragmentation. Individuals, Muslim-owned businesses, community organizations, and religious institutions frequently operate in silos. This disconnect makes it difficult for individuals to find community spaces, for institutions to engage their congregations, and for people to discover and support Muslim professionals and enterprises.</a:t>
            </a:r>
            <a:endParaRPr>
              <a:latin typeface="Tomorrow Medium"/>
              <a:ea typeface="Tomorrow Medium"/>
              <a:cs typeface="Tomorrow Medium"/>
              <a:sym typeface="Tomorrow Medium"/>
            </a:endParaRPr>
          </a:p>
          <a:p>
            <a:pPr indent="0" lvl="0" marL="0" rtl="0" algn="l">
              <a:spcBef>
                <a:spcPts val="0"/>
              </a:spcBef>
              <a:spcAft>
                <a:spcPts val="0"/>
              </a:spcAft>
              <a:buNone/>
            </a:pPr>
            <a:r>
              <a:t/>
            </a:r>
            <a:endParaRPr>
              <a:latin typeface="Tomorrow Medium"/>
              <a:ea typeface="Tomorrow Medium"/>
              <a:cs typeface="Tomorrow Medium"/>
              <a:sym typeface="Tomorrow Medium"/>
            </a:endParaRPr>
          </a:p>
          <a:p>
            <a:pPr indent="0" lvl="0" marL="0" rtl="0" algn="l">
              <a:spcBef>
                <a:spcPts val="0"/>
              </a:spcBef>
              <a:spcAft>
                <a:spcPts val="0"/>
              </a:spcAft>
              <a:buNone/>
            </a:pPr>
            <a:r>
              <a:rPr lang="en">
                <a:latin typeface="Tomorrow Medium"/>
                <a:ea typeface="Tomorrow Medium"/>
                <a:cs typeface="Tomorrow Medium"/>
                <a:sym typeface="Tomorrow Medium"/>
              </a:rPr>
              <a:t>The Challenge</a:t>
            </a:r>
            <a:endParaRPr>
              <a:latin typeface="Tomorrow Medium"/>
              <a:ea typeface="Tomorrow Medium"/>
              <a:cs typeface="Tomorrow Medium"/>
              <a:sym typeface="Tomorrow Medium"/>
            </a:endParaRPr>
          </a:p>
          <a:p>
            <a:pPr indent="0" lvl="0" marL="0" rtl="0" algn="l">
              <a:spcBef>
                <a:spcPts val="0"/>
              </a:spcBef>
              <a:spcAft>
                <a:spcPts val="0"/>
              </a:spcAft>
              <a:buNone/>
            </a:pPr>
            <a:r>
              <a:rPr lang="en">
                <a:latin typeface="Tomorrow Medium"/>
                <a:ea typeface="Tomorrow Medium"/>
                <a:cs typeface="Tomorrow Medium"/>
                <a:sym typeface="Tomorrow Medium"/>
              </a:rPr>
              <a:t>Your mission is to design and develop a tech-driven solution—whether it is a web platform, mobile app, or community tool—that breaks down these silos and builds a cohesive, interconnected Muslim ecosystem. We are looking for innovative ways to bridge the gap between people, places, and services.</a:t>
            </a:r>
            <a:endParaRPr>
              <a:latin typeface="Tomorrow Medium"/>
              <a:ea typeface="Tomorrow Medium"/>
              <a:cs typeface="Tomorrow Medium"/>
              <a:sym typeface="Tomorrow Medium"/>
            </a:endParaRPr>
          </a:p>
        </p:txBody>
      </p:sp>
      <p:sp>
        <p:nvSpPr>
          <p:cNvPr id="848" name="Google Shape;848;p61"/>
          <p:cNvSpPr txBox="1"/>
          <p:nvPr>
            <p:ph type="ctrTitle"/>
          </p:nvPr>
        </p:nvSpPr>
        <p:spPr>
          <a:xfrm>
            <a:off x="335400" y="466575"/>
            <a:ext cx="3173400" cy="9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Challenge: Building the Connected Ummah</a:t>
            </a:r>
            <a:endParaRPr/>
          </a:p>
        </p:txBody>
      </p:sp>
      <p:sp>
        <p:nvSpPr>
          <p:cNvPr id="849" name="Google Shape;849;p61"/>
          <p:cNvSpPr txBox="1"/>
          <p:nvPr>
            <p:ph idx="6" type="subTitle"/>
          </p:nvPr>
        </p:nvSpPr>
        <p:spPr>
          <a:xfrm>
            <a:off x="6314950" y="3063600"/>
            <a:ext cx="2707500" cy="1560300"/>
          </a:xfrm>
          <a:prstGeom prst="rect">
            <a:avLst/>
          </a:prstGeom>
        </p:spPr>
        <p:txBody>
          <a:bodyPr anchorCtr="0" anchor="ctr" bIns="91425" lIns="0" spcFirstLastPara="1" rIns="91425" wrap="square" tIns="91425">
            <a:normAutofit fontScale="85000" lnSpcReduction="10000"/>
          </a:bodyPr>
          <a:lstStyle/>
          <a:p>
            <a:pPr indent="0" lvl="0" marL="0" rtl="0" algn="l">
              <a:spcBef>
                <a:spcPts val="0"/>
              </a:spcBef>
              <a:spcAft>
                <a:spcPts val="0"/>
              </a:spcAft>
              <a:buNone/>
            </a:pPr>
            <a:r>
              <a:rPr b="1" lang="en"/>
              <a:t>Economic &amp; Professional</a:t>
            </a:r>
            <a:r>
              <a:rPr lang="en"/>
              <a:t> (Muslims to Businesses): Build something that circulates resources within the community. Create tools that make it seamless to discover, review, and support Muslim-owned local businesses, halal services, or professional networks (e.g., Muslim therapists, lawyers, or contractors).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2"/>
          <p:cNvSpPr txBox="1"/>
          <p:nvPr>
            <p:ph type="ctrTitle"/>
          </p:nvPr>
        </p:nvSpPr>
        <p:spPr>
          <a:xfrm>
            <a:off x="3564800" y="2301050"/>
            <a:ext cx="5142300" cy="2412300"/>
          </a:xfrm>
          <a:prstGeom prst="rect">
            <a:avLst/>
          </a:prstGeom>
        </p:spPr>
        <p:txBody>
          <a:bodyPr anchorCtr="0" anchor="b" bIns="306000" lIns="234000" spcFirstLastPara="1" rIns="342000" wrap="square" tIns="91425">
            <a:normAutofit/>
          </a:bodyPr>
          <a:lstStyle/>
          <a:p>
            <a:pPr indent="0" lvl="0" marL="0" rtl="0" algn="r">
              <a:spcBef>
                <a:spcPts val="0"/>
              </a:spcBef>
              <a:spcAft>
                <a:spcPts val="0"/>
              </a:spcAft>
              <a:buNone/>
            </a:pPr>
            <a:r>
              <a:rPr lang="en"/>
              <a:t>Pw: DISchools@07666</a:t>
            </a:r>
            <a:endParaRPr/>
          </a:p>
          <a:p>
            <a:pPr indent="0" lvl="0" marL="0" rtl="0" algn="r">
              <a:spcBef>
                <a:spcPts val="0"/>
              </a:spcBef>
              <a:spcAft>
                <a:spcPts val="0"/>
              </a:spcAft>
              <a:buNone/>
            </a:pPr>
            <a:r>
              <a:rPr lang="en"/>
              <a:t>SSID: DI-Schools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80808"/>
      </a:dk1>
      <a:lt1>
        <a:srgbClr val="FBFBFB"/>
      </a:lt1>
      <a:dk2>
        <a:srgbClr val="595959"/>
      </a:dk2>
      <a:lt2>
        <a:srgbClr val="EEEEEE"/>
      </a:lt2>
      <a:accent1>
        <a:srgbClr val="FF0000"/>
      </a:accent1>
      <a:accent2>
        <a:srgbClr val="9900FF"/>
      </a:accent2>
      <a:accent3>
        <a:srgbClr val="EDE9F5"/>
      </a:accent3>
      <a:accent4>
        <a:srgbClr val="B4A7D6"/>
      </a:accent4>
      <a:accent5>
        <a:srgbClr val="D9D2E9"/>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